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6" r:id="rId2"/>
    <p:sldId id="257" r:id="rId3"/>
    <p:sldId id="273" r:id="rId4"/>
    <p:sldId id="262" r:id="rId5"/>
    <p:sldId id="266" r:id="rId6"/>
    <p:sldId id="26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A0"/>
    <a:srgbClr val="E6F0FC"/>
    <a:srgbClr val="809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9C8B8-F509-4103-AA07-248E16113069}" v="3550" dt="2025-09-10T12:30:54.724"/>
    <p1510:client id="{2931612F-604E-3F4B-A626-1DE509E9FF81}" v="397" dt="2025-09-10T10:00:15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ES Kenneth Anthony Luigi" userId="441d21f1-49d5-449d-b8bc-5e55c0334d0d" providerId="ADAL" clId="{9E93CCFF-EB53-52CD-B46F-8EF203D68D42}"/>
    <pc:docChg chg="undo custSel addSld delSld modSld sldOrd">
      <pc:chgData name="REYES Kenneth Anthony Luigi" userId="441d21f1-49d5-449d-b8bc-5e55c0334d0d" providerId="ADAL" clId="{9E93CCFF-EB53-52CD-B46F-8EF203D68D42}" dt="2025-09-10T10:00:15.650" v="1447" actId="167"/>
      <pc:docMkLst>
        <pc:docMk/>
      </pc:docMkLst>
      <pc:sldChg chg="addSp delSp modSp mod">
        <pc:chgData name="REYES Kenneth Anthony Luigi" userId="441d21f1-49d5-449d-b8bc-5e55c0334d0d" providerId="ADAL" clId="{9E93CCFF-EB53-52CD-B46F-8EF203D68D42}" dt="2025-09-10T09:56:22.378" v="1429" actId="167"/>
        <pc:sldMkLst>
          <pc:docMk/>
          <pc:sldMk cId="119902811" sldId="257"/>
        </pc:sldMkLst>
        <pc:spChg chg="mod">
          <ac:chgData name="REYES Kenneth Anthony Luigi" userId="441d21f1-49d5-449d-b8bc-5e55c0334d0d" providerId="ADAL" clId="{9E93CCFF-EB53-52CD-B46F-8EF203D68D42}" dt="2025-08-29T09:49:16.125" v="990" actId="1076"/>
          <ac:spMkLst>
            <pc:docMk/>
            <pc:sldMk cId="119902811" sldId="257"/>
            <ac:spMk id="12" creationId="{4985DA7A-A2CE-6458-AC78-306644A15745}"/>
          </ac:spMkLst>
        </pc:spChg>
        <pc:picChg chg="add del mod">
          <ac:chgData name="REYES Kenneth Anthony Luigi" userId="441d21f1-49d5-449d-b8bc-5e55c0334d0d" providerId="ADAL" clId="{9E93CCFF-EB53-52CD-B46F-8EF203D68D42}" dt="2025-09-10T09:56:15.021" v="1426" actId="478"/>
          <ac:picMkLst>
            <pc:docMk/>
            <pc:sldMk cId="119902811" sldId="257"/>
            <ac:picMk id="3" creationId="{E7CB494D-059D-8C73-8648-420FD3DCC266}"/>
          </ac:picMkLst>
        </pc:picChg>
        <pc:picChg chg="add mod">
          <ac:chgData name="REYES Kenneth Anthony Luigi" userId="441d21f1-49d5-449d-b8bc-5e55c0334d0d" providerId="ADAL" clId="{9E93CCFF-EB53-52CD-B46F-8EF203D68D42}" dt="2025-09-10T09:56:22.378" v="1429" actId="167"/>
          <ac:picMkLst>
            <pc:docMk/>
            <pc:sldMk cId="119902811" sldId="257"/>
            <ac:picMk id="4" creationId="{17975CD6-B774-D1AA-A630-09F08E3233EE}"/>
          </ac:picMkLst>
        </pc:picChg>
        <pc:picChg chg="add del mod">
          <ac:chgData name="REYES Kenneth Anthony Luigi" userId="441d21f1-49d5-449d-b8bc-5e55c0334d0d" providerId="ADAL" clId="{9E93CCFF-EB53-52CD-B46F-8EF203D68D42}" dt="2025-09-09T10:21:49.227" v="1237" actId="478"/>
          <ac:picMkLst>
            <pc:docMk/>
            <pc:sldMk cId="119902811" sldId="257"/>
            <ac:picMk id="14" creationId="{D52C9DBC-BED2-923A-5808-DC480BBD415A}"/>
          </ac:picMkLst>
        </pc:picChg>
      </pc:sldChg>
      <pc:sldChg chg="del">
        <pc:chgData name="REYES Kenneth Anthony Luigi" userId="441d21f1-49d5-449d-b8bc-5e55c0334d0d" providerId="ADAL" clId="{9E93CCFF-EB53-52CD-B46F-8EF203D68D42}" dt="2025-09-08T15:00:05.922" v="1201" actId="2696"/>
        <pc:sldMkLst>
          <pc:docMk/>
          <pc:sldMk cId="3058945272" sldId="258"/>
        </pc:sldMkLst>
      </pc:sldChg>
      <pc:sldChg chg="del">
        <pc:chgData name="REYES Kenneth Anthony Luigi" userId="441d21f1-49d5-449d-b8bc-5e55c0334d0d" providerId="ADAL" clId="{9E93CCFF-EB53-52CD-B46F-8EF203D68D42}" dt="2025-09-08T15:00:05.940" v="1205" actId="2696"/>
        <pc:sldMkLst>
          <pc:docMk/>
          <pc:sldMk cId="2127215116" sldId="259"/>
        </pc:sldMkLst>
      </pc:sldChg>
      <pc:sldChg chg="addSp delSp modSp mod">
        <pc:chgData name="REYES Kenneth Anthony Luigi" userId="441d21f1-49d5-449d-b8bc-5e55c0334d0d" providerId="ADAL" clId="{9E93CCFF-EB53-52CD-B46F-8EF203D68D42}" dt="2025-09-10T10:00:15.650" v="1447" actId="167"/>
        <pc:sldMkLst>
          <pc:docMk/>
          <pc:sldMk cId="1336528586" sldId="260"/>
        </pc:sldMkLst>
        <pc:spChg chg="add del mod">
          <ac:chgData name="REYES Kenneth Anthony Luigi" userId="441d21f1-49d5-449d-b8bc-5e55c0334d0d" providerId="ADAL" clId="{9E93CCFF-EB53-52CD-B46F-8EF203D68D42}" dt="2025-09-10T09:59:38.045" v="1431" actId="478"/>
          <ac:spMkLst>
            <pc:docMk/>
            <pc:sldMk cId="1336528586" sldId="260"/>
            <ac:spMk id="6" creationId="{BB0168D2-0A38-EDF6-DEA2-88C30EB5DC6F}"/>
          </ac:spMkLst>
        </pc:spChg>
        <pc:picChg chg="add del mod">
          <ac:chgData name="REYES Kenneth Anthony Luigi" userId="441d21f1-49d5-449d-b8bc-5e55c0334d0d" providerId="ADAL" clId="{9E93CCFF-EB53-52CD-B46F-8EF203D68D42}" dt="2025-09-10T09:59:39.057" v="1432" actId="478"/>
          <ac:picMkLst>
            <pc:docMk/>
            <pc:sldMk cId="1336528586" sldId="260"/>
            <ac:picMk id="2" creationId="{275F31B2-F8ED-E6C7-8434-54772EA4DDF8}"/>
          </ac:picMkLst>
        </pc:picChg>
        <pc:picChg chg="add del mod">
          <ac:chgData name="REYES Kenneth Anthony Luigi" userId="441d21f1-49d5-449d-b8bc-5e55c0334d0d" providerId="ADAL" clId="{9E93CCFF-EB53-52CD-B46F-8EF203D68D42}" dt="2025-09-10T09:59:59.435" v="1440" actId="478"/>
          <ac:picMkLst>
            <pc:docMk/>
            <pc:sldMk cId="1336528586" sldId="260"/>
            <ac:picMk id="7" creationId="{1D68744A-5994-4DAA-FCCE-E9E64C8A5F00}"/>
          </ac:picMkLst>
        </pc:picChg>
        <pc:picChg chg="add del mod">
          <ac:chgData name="REYES Kenneth Anthony Luigi" userId="441d21f1-49d5-449d-b8bc-5e55c0334d0d" providerId="ADAL" clId="{9E93CCFF-EB53-52CD-B46F-8EF203D68D42}" dt="2025-09-09T10:18:06.942" v="1225" actId="478"/>
          <ac:picMkLst>
            <pc:docMk/>
            <pc:sldMk cId="1336528586" sldId="260"/>
            <ac:picMk id="8" creationId="{8547E780-9DC8-0F52-B598-77C00C2AB146}"/>
          </ac:picMkLst>
        </pc:picChg>
        <pc:picChg chg="add mod">
          <ac:chgData name="REYES Kenneth Anthony Luigi" userId="441d21f1-49d5-449d-b8bc-5e55c0334d0d" providerId="ADAL" clId="{9E93CCFF-EB53-52CD-B46F-8EF203D68D42}" dt="2025-09-10T10:00:15.650" v="1447" actId="167"/>
          <ac:picMkLst>
            <pc:docMk/>
            <pc:sldMk cId="1336528586" sldId="260"/>
            <ac:picMk id="9" creationId="{B14E6F07-BD00-E683-52C9-04088CDAF28B}"/>
          </ac:picMkLst>
        </pc:picChg>
      </pc:sldChg>
      <pc:sldChg chg="del">
        <pc:chgData name="REYES Kenneth Anthony Luigi" userId="441d21f1-49d5-449d-b8bc-5e55c0334d0d" providerId="ADAL" clId="{9E93CCFF-EB53-52CD-B46F-8EF203D68D42}" dt="2025-09-08T15:00:05.933" v="1203" actId="2696"/>
        <pc:sldMkLst>
          <pc:docMk/>
          <pc:sldMk cId="2384202440" sldId="261"/>
        </pc:sldMkLst>
      </pc:sldChg>
      <pc:sldChg chg="addSp delSp modSp mod">
        <pc:chgData name="REYES Kenneth Anthony Luigi" userId="441d21f1-49d5-449d-b8bc-5e55c0334d0d" providerId="ADAL" clId="{9E93CCFF-EB53-52CD-B46F-8EF203D68D42}" dt="2025-09-09T12:57:47.014" v="1404" actId="20577"/>
        <pc:sldMkLst>
          <pc:docMk/>
          <pc:sldMk cId="197822962" sldId="262"/>
        </pc:sldMkLst>
        <pc:spChg chg="mod">
          <ac:chgData name="REYES Kenneth Anthony Luigi" userId="441d21f1-49d5-449d-b8bc-5e55c0334d0d" providerId="ADAL" clId="{9E93CCFF-EB53-52CD-B46F-8EF203D68D42}" dt="2025-09-08T11:16:16.304" v="1112" actId="20577"/>
          <ac:spMkLst>
            <pc:docMk/>
            <pc:sldMk cId="197822962" sldId="262"/>
            <ac:spMk id="4" creationId="{4F4E3909-A3AB-221D-3DF3-AD068507F6FB}"/>
          </ac:spMkLst>
        </pc:spChg>
        <pc:spChg chg="add mod">
          <ac:chgData name="REYES Kenneth Anthony Luigi" userId="441d21f1-49d5-449d-b8bc-5e55c0334d0d" providerId="ADAL" clId="{9E93CCFF-EB53-52CD-B46F-8EF203D68D42}" dt="2025-08-29T09:50:57.623" v="1012" actId="34135"/>
          <ac:spMkLst>
            <pc:docMk/>
            <pc:sldMk cId="197822962" sldId="262"/>
            <ac:spMk id="12" creationId="{3A45D09B-5684-9170-ECCF-A00C7110AC43}"/>
          </ac:spMkLst>
        </pc:spChg>
        <pc:spChg chg="add mod">
          <ac:chgData name="REYES Kenneth Anthony Luigi" userId="441d21f1-49d5-449d-b8bc-5e55c0334d0d" providerId="ADAL" clId="{9E93CCFF-EB53-52CD-B46F-8EF203D68D42}" dt="2025-08-28T15:49:45.421" v="453" actId="164"/>
          <ac:spMkLst>
            <pc:docMk/>
            <pc:sldMk cId="197822962" sldId="262"/>
            <ac:spMk id="13" creationId="{C0BB386C-48AB-1E5B-C1FF-057DECC129BC}"/>
          </ac:spMkLst>
        </pc:spChg>
        <pc:spChg chg="add mod">
          <ac:chgData name="REYES Kenneth Anthony Luigi" userId="441d21f1-49d5-449d-b8bc-5e55c0334d0d" providerId="ADAL" clId="{9E93CCFF-EB53-52CD-B46F-8EF203D68D42}" dt="2025-08-28T15:50:01.145" v="455" actId="164"/>
          <ac:spMkLst>
            <pc:docMk/>
            <pc:sldMk cId="197822962" sldId="262"/>
            <ac:spMk id="14" creationId="{6213DE9F-AEDD-CAD9-DE0A-1FA3F9AD907A}"/>
          </ac:spMkLst>
        </pc:spChg>
        <pc:spChg chg="add mod">
          <ac:chgData name="REYES Kenneth Anthony Luigi" userId="441d21f1-49d5-449d-b8bc-5e55c0334d0d" providerId="ADAL" clId="{9E93CCFF-EB53-52CD-B46F-8EF203D68D42}" dt="2025-08-29T09:50:57.623" v="1012" actId="34135"/>
          <ac:spMkLst>
            <pc:docMk/>
            <pc:sldMk cId="197822962" sldId="262"/>
            <ac:spMk id="15" creationId="{A99A981F-131C-F884-134B-07C793BF6E25}"/>
          </ac:spMkLst>
        </pc:spChg>
        <pc:spChg chg="mod">
          <ac:chgData name="REYES Kenneth Anthony Luigi" userId="441d21f1-49d5-449d-b8bc-5e55c0334d0d" providerId="ADAL" clId="{9E93CCFF-EB53-52CD-B46F-8EF203D68D42}" dt="2025-09-09T12:56:08.534" v="1359" actId="20577"/>
          <ac:spMkLst>
            <pc:docMk/>
            <pc:sldMk cId="197822962" sldId="262"/>
            <ac:spMk id="19" creationId="{E60A7882-E49E-DB67-908B-454F4637EEA2}"/>
          </ac:spMkLst>
        </pc:spChg>
        <pc:spChg chg="mod">
          <ac:chgData name="REYES Kenneth Anthony Luigi" userId="441d21f1-49d5-449d-b8bc-5e55c0334d0d" providerId="ADAL" clId="{9E93CCFF-EB53-52CD-B46F-8EF203D68D42}" dt="2025-08-29T09:50:57.623" v="1012" actId="34135"/>
          <ac:spMkLst>
            <pc:docMk/>
            <pc:sldMk cId="197822962" sldId="262"/>
            <ac:spMk id="20" creationId="{FD9E744A-7FE1-74FC-7674-BA4E60959C7E}"/>
          </ac:spMkLst>
        </pc:spChg>
        <pc:spChg chg="mod">
          <ac:chgData name="REYES Kenneth Anthony Luigi" userId="441d21f1-49d5-449d-b8bc-5e55c0334d0d" providerId="ADAL" clId="{9E93CCFF-EB53-52CD-B46F-8EF203D68D42}" dt="2025-09-09T12:56:12.224" v="1360" actId="20577"/>
          <ac:spMkLst>
            <pc:docMk/>
            <pc:sldMk cId="197822962" sldId="262"/>
            <ac:spMk id="21" creationId="{2A66559A-AB03-EFE9-2B8C-2FEB82CF943A}"/>
          </ac:spMkLst>
        </pc:spChg>
        <pc:spChg chg="mod">
          <ac:chgData name="REYES Kenneth Anthony Luigi" userId="441d21f1-49d5-449d-b8bc-5e55c0334d0d" providerId="ADAL" clId="{9E93CCFF-EB53-52CD-B46F-8EF203D68D42}" dt="2025-09-09T12:56:25.959" v="1366" actId="20577"/>
          <ac:spMkLst>
            <pc:docMk/>
            <pc:sldMk cId="197822962" sldId="262"/>
            <ac:spMk id="33" creationId="{784CF9A0-5C1E-21D5-3EFD-D47A958B78DA}"/>
          </ac:spMkLst>
        </pc:spChg>
        <pc:spChg chg="mod">
          <ac:chgData name="REYES Kenneth Anthony Luigi" userId="441d21f1-49d5-449d-b8bc-5e55c0334d0d" providerId="ADAL" clId="{9E93CCFF-EB53-52CD-B46F-8EF203D68D42}" dt="2025-09-09T12:57:47.014" v="1404" actId="20577"/>
          <ac:spMkLst>
            <pc:docMk/>
            <pc:sldMk cId="197822962" sldId="262"/>
            <ac:spMk id="34" creationId="{A9CCA7FC-72E5-447E-2BBF-7EBE0A04A185}"/>
          </ac:spMkLst>
        </pc:spChg>
        <pc:spChg chg="mod">
          <ac:chgData name="REYES Kenneth Anthony Luigi" userId="441d21f1-49d5-449d-b8bc-5e55c0334d0d" providerId="ADAL" clId="{9E93CCFF-EB53-52CD-B46F-8EF203D68D42}" dt="2025-09-09T12:56:33.024" v="1373" actId="20577"/>
          <ac:spMkLst>
            <pc:docMk/>
            <pc:sldMk cId="197822962" sldId="262"/>
            <ac:spMk id="35" creationId="{1BA484C4-BC09-C95A-6B8B-C48FA1202C30}"/>
          </ac:spMkLst>
        </pc:spChg>
        <pc:spChg chg="mod">
          <ac:chgData name="REYES Kenneth Anthony Luigi" userId="441d21f1-49d5-449d-b8bc-5e55c0334d0d" providerId="ADAL" clId="{9E93CCFF-EB53-52CD-B46F-8EF203D68D42}" dt="2025-09-09T12:56:45.246" v="1377" actId="20577"/>
          <ac:spMkLst>
            <pc:docMk/>
            <pc:sldMk cId="197822962" sldId="262"/>
            <ac:spMk id="40" creationId="{181B0306-AD2C-A604-429B-7568A0AB0659}"/>
          </ac:spMkLst>
        </pc:spChg>
        <pc:spChg chg="mod">
          <ac:chgData name="REYES Kenneth Anthony Luigi" userId="441d21f1-49d5-449d-b8bc-5e55c0334d0d" providerId="ADAL" clId="{9E93CCFF-EB53-52CD-B46F-8EF203D68D42}" dt="2025-09-09T12:57:34.737" v="1399" actId="20577"/>
          <ac:spMkLst>
            <pc:docMk/>
            <pc:sldMk cId="197822962" sldId="262"/>
            <ac:spMk id="41" creationId="{9800A5A6-2ADF-3830-53B5-E549523A2DBD}"/>
          </ac:spMkLst>
        </pc:spChg>
        <pc:spChg chg="mod">
          <ac:chgData name="REYES Kenneth Anthony Luigi" userId="441d21f1-49d5-449d-b8bc-5e55c0334d0d" providerId="ADAL" clId="{9E93CCFF-EB53-52CD-B46F-8EF203D68D42}" dt="2025-09-09T12:56:50.419" v="1380" actId="20577"/>
          <ac:spMkLst>
            <pc:docMk/>
            <pc:sldMk cId="197822962" sldId="262"/>
            <ac:spMk id="42" creationId="{6F74D986-8406-BB13-A2B5-D23728D46850}"/>
          </ac:spMkLst>
        </pc:spChg>
        <pc:spChg chg="mod">
          <ac:chgData name="REYES Kenneth Anthony Luigi" userId="441d21f1-49d5-449d-b8bc-5e55c0334d0d" providerId="ADAL" clId="{9E93CCFF-EB53-52CD-B46F-8EF203D68D42}" dt="2025-09-09T12:56:56.365" v="1384" actId="20577"/>
          <ac:spMkLst>
            <pc:docMk/>
            <pc:sldMk cId="197822962" sldId="262"/>
            <ac:spMk id="47" creationId="{1A2D3CCF-2504-D8C7-E6DF-C0D0F5B3BE46}"/>
          </ac:spMkLst>
        </pc:spChg>
        <pc:spChg chg="mod">
          <ac:chgData name="REYES Kenneth Anthony Luigi" userId="441d21f1-49d5-449d-b8bc-5e55c0334d0d" providerId="ADAL" clId="{9E93CCFF-EB53-52CD-B46F-8EF203D68D42}" dt="2025-09-09T12:57:24.288" v="1393" actId="20577"/>
          <ac:spMkLst>
            <pc:docMk/>
            <pc:sldMk cId="197822962" sldId="262"/>
            <ac:spMk id="48" creationId="{9E5AF375-18A7-6BAA-AD8C-0BF0EF592D19}"/>
          </ac:spMkLst>
        </pc:spChg>
        <pc:spChg chg="mod">
          <ac:chgData name="REYES Kenneth Anthony Luigi" userId="441d21f1-49d5-449d-b8bc-5e55c0334d0d" providerId="ADAL" clId="{9E93CCFF-EB53-52CD-B46F-8EF203D68D42}" dt="2025-09-09T12:57:06.629" v="1388" actId="20577"/>
          <ac:spMkLst>
            <pc:docMk/>
            <pc:sldMk cId="197822962" sldId="262"/>
            <ac:spMk id="49" creationId="{9BAF434B-398D-C50C-932F-83FD74C3A6C1}"/>
          </ac:spMkLst>
        </pc:spChg>
        <pc:grpChg chg="add mod">
          <ac:chgData name="REYES Kenneth Anthony Luigi" userId="441d21f1-49d5-449d-b8bc-5e55c0334d0d" providerId="ADAL" clId="{9E93CCFF-EB53-52CD-B46F-8EF203D68D42}" dt="2025-08-28T15:49:45.421" v="453" actId="164"/>
          <ac:grpSpMkLst>
            <pc:docMk/>
            <pc:sldMk cId="197822962" sldId="262"/>
            <ac:grpSpMk id="16" creationId="{74C40260-45F4-D087-124A-B93487FEACBE}"/>
          </ac:grpSpMkLst>
        </pc:grpChg>
        <pc:grpChg chg="add mod">
          <ac:chgData name="REYES Kenneth Anthony Luigi" userId="441d21f1-49d5-449d-b8bc-5e55c0334d0d" providerId="ADAL" clId="{9E93CCFF-EB53-52CD-B46F-8EF203D68D42}" dt="2025-08-28T15:49:50.030" v="454" actId="164"/>
          <ac:grpSpMkLst>
            <pc:docMk/>
            <pc:sldMk cId="197822962" sldId="262"/>
            <ac:grpSpMk id="17" creationId="{9407D330-F7E6-45C6-EE4B-D1963AB08F66}"/>
          </ac:grpSpMkLst>
        </pc:grpChg>
        <pc:grpChg chg="add mod">
          <ac:chgData name="REYES Kenneth Anthony Luigi" userId="441d21f1-49d5-449d-b8bc-5e55c0334d0d" providerId="ADAL" clId="{9E93CCFF-EB53-52CD-B46F-8EF203D68D42}" dt="2025-08-28T15:50:01.145" v="455" actId="164"/>
          <ac:grpSpMkLst>
            <pc:docMk/>
            <pc:sldMk cId="197822962" sldId="262"/>
            <ac:grpSpMk id="18" creationId="{861B69EF-0BCD-3E86-CEE0-0E0E113ACA1F}"/>
          </ac:grpSpMkLst>
        </pc:grpChg>
        <pc:grpChg chg="add mod">
          <ac:chgData name="REYES Kenneth Anthony Luigi" userId="441d21f1-49d5-449d-b8bc-5e55c0334d0d" providerId="ADAL" clId="{9E93CCFF-EB53-52CD-B46F-8EF203D68D42}" dt="2025-08-28T15:50:04.757" v="456" actId="164"/>
          <ac:grpSpMkLst>
            <pc:docMk/>
            <pc:sldMk cId="197822962" sldId="262"/>
            <ac:grpSpMk id="22" creationId="{BB8A6D56-CCAC-0675-A99B-1FDF6152F3F3}"/>
          </ac:grpSpMkLst>
        </pc:grpChg>
        <pc:grpChg chg="mod">
          <ac:chgData name="REYES Kenneth Anthony Luigi" userId="441d21f1-49d5-449d-b8bc-5e55c0334d0d" providerId="ADAL" clId="{9E93CCFF-EB53-52CD-B46F-8EF203D68D42}" dt="2025-08-28T15:49:45.421" v="453" actId="164"/>
          <ac:grpSpMkLst>
            <pc:docMk/>
            <pc:sldMk cId="197822962" sldId="262"/>
            <ac:grpSpMk id="28" creationId="{3962482C-0475-9CD0-0A8A-F3C37416DF27}"/>
          </ac:grpSpMkLst>
        </pc:grpChg>
        <pc:grpChg chg="mod">
          <ac:chgData name="REYES Kenneth Anthony Luigi" userId="441d21f1-49d5-449d-b8bc-5e55c0334d0d" providerId="ADAL" clId="{9E93CCFF-EB53-52CD-B46F-8EF203D68D42}" dt="2025-08-28T15:49:50.030" v="454" actId="164"/>
          <ac:grpSpMkLst>
            <pc:docMk/>
            <pc:sldMk cId="197822962" sldId="262"/>
            <ac:grpSpMk id="29" creationId="{1DA6FA1A-7FBB-320E-DA56-25AB9AB19338}"/>
          </ac:grpSpMkLst>
        </pc:grpChg>
        <pc:grpChg chg="mod">
          <ac:chgData name="REYES Kenneth Anthony Luigi" userId="441d21f1-49d5-449d-b8bc-5e55c0334d0d" providerId="ADAL" clId="{9E93CCFF-EB53-52CD-B46F-8EF203D68D42}" dt="2025-08-28T15:50:01.145" v="455" actId="164"/>
          <ac:grpSpMkLst>
            <pc:docMk/>
            <pc:sldMk cId="197822962" sldId="262"/>
            <ac:grpSpMk id="36" creationId="{3CA58F4F-4684-4FF7-1A3A-6A2C4774D094}"/>
          </ac:grpSpMkLst>
        </pc:grpChg>
        <pc:grpChg chg="mod">
          <ac:chgData name="REYES Kenneth Anthony Luigi" userId="441d21f1-49d5-449d-b8bc-5e55c0334d0d" providerId="ADAL" clId="{9E93CCFF-EB53-52CD-B46F-8EF203D68D42}" dt="2025-08-28T15:50:04.757" v="456" actId="164"/>
          <ac:grpSpMkLst>
            <pc:docMk/>
            <pc:sldMk cId="197822962" sldId="262"/>
            <ac:grpSpMk id="43" creationId="{AC54CB49-79B9-6F78-694A-A666816683AB}"/>
          </ac:grpSpMkLst>
        </pc:grpChg>
        <pc:picChg chg="add del mod">
          <ac:chgData name="REYES Kenneth Anthony Luigi" userId="441d21f1-49d5-449d-b8bc-5e55c0334d0d" providerId="ADAL" clId="{9E93CCFF-EB53-52CD-B46F-8EF203D68D42}" dt="2025-09-09T10:36:08.490" v="1253" actId="478"/>
          <ac:picMkLst>
            <pc:docMk/>
            <pc:sldMk cId="197822962" sldId="262"/>
            <ac:picMk id="5" creationId="{3C23322A-00B5-3AC1-E761-39F43B2FB834}"/>
          </ac:picMkLst>
        </pc:picChg>
        <pc:picChg chg="add del mod">
          <ac:chgData name="REYES Kenneth Anthony Luigi" userId="441d21f1-49d5-449d-b8bc-5e55c0334d0d" providerId="ADAL" clId="{9E93CCFF-EB53-52CD-B46F-8EF203D68D42}" dt="2025-09-09T10:36:23.564" v="1259" actId="478"/>
          <ac:picMkLst>
            <pc:docMk/>
            <pc:sldMk cId="197822962" sldId="262"/>
            <ac:picMk id="6" creationId="{A6FCBBE4-7CDE-78E2-4FDF-F4BBFDBDE55B}"/>
          </ac:picMkLst>
        </pc:picChg>
        <pc:picChg chg="add del mod">
          <ac:chgData name="REYES Kenneth Anthony Luigi" userId="441d21f1-49d5-449d-b8bc-5e55c0334d0d" providerId="ADAL" clId="{9E93CCFF-EB53-52CD-B46F-8EF203D68D42}" dt="2025-09-09T10:39:06.323" v="1269" actId="478"/>
          <ac:picMkLst>
            <pc:docMk/>
            <pc:sldMk cId="197822962" sldId="262"/>
            <ac:picMk id="9" creationId="{88C0082A-B95C-9E3A-7B0D-8CCC73205A0E}"/>
          </ac:picMkLst>
        </pc:picChg>
        <pc:picChg chg="add mod">
          <ac:chgData name="REYES Kenneth Anthony Luigi" userId="441d21f1-49d5-449d-b8bc-5e55c0334d0d" providerId="ADAL" clId="{9E93CCFF-EB53-52CD-B46F-8EF203D68D42}" dt="2025-09-09T10:39:16.969" v="1274" actId="167"/>
          <ac:picMkLst>
            <pc:docMk/>
            <pc:sldMk cId="197822962" sldId="262"/>
            <ac:picMk id="11" creationId="{9F6BE690-D658-F314-EA26-A8EB58280D47}"/>
          </ac:picMkLst>
        </pc:picChg>
      </pc:sldChg>
      <pc:sldChg chg="del">
        <pc:chgData name="REYES Kenneth Anthony Luigi" userId="441d21f1-49d5-449d-b8bc-5e55c0334d0d" providerId="ADAL" clId="{9E93CCFF-EB53-52CD-B46F-8EF203D68D42}" dt="2025-09-08T15:00:05.934" v="1204" actId="2696"/>
        <pc:sldMkLst>
          <pc:docMk/>
          <pc:sldMk cId="1672772224" sldId="263"/>
        </pc:sldMkLst>
      </pc:sldChg>
      <pc:sldChg chg="del">
        <pc:chgData name="REYES Kenneth Anthony Luigi" userId="441d21f1-49d5-449d-b8bc-5e55c0334d0d" providerId="ADAL" clId="{9E93CCFF-EB53-52CD-B46F-8EF203D68D42}" dt="2025-09-08T15:00:05.924" v="1202" actId="2696"/>
        <pc:sldMkLst>
          <pc:docMk/>
          <pc:sldMk cId="1048658215" sldId="264"/>
        </pc:sldMkLst>
      </pc:sldChg>
      <pc:sldChg chg="addSp delSp modSp add del mod modShow">
        <pc:chgData name="REYES Kenneth Anthony Luigi" userId="441d21f1-49d5-449d-b8bc-5e55c0334d0d" providerId="ADAL" clId="{9E93CCFF-EB53-52CD-B46F-8EF203D68D42}" dt="2025-09-08T15:00:20.241" v="1207" actId="2696"/>
        <pc:sldMkLst>
          <pc:docMk/>
          <pc:sldMk cId="1139156314" sldId="265"/>
        </pc:sldMkLst>
      </pc:sldChg>
      <pc:sldChg chg="add del">
        <pc:chgData name="REYES Kenneth Anthony Luigi" userId="441d21f1-49d5-449d-b8bc-5e55c0334d0d" providerId="ADAL" clId="{9E93CCFF-EB53-52CD-B46F-8EF203D68D42}" dt="2025-08-28T15:35:48.007" v="81" actId="2696"/>
        <pc:sldMkLst>
          <pc:docMk/>
          <pc:sldMk cId="1649564090" sldId="265"/>
        </pc:sldMkLst>
      </pc:sldChg>
      <pc:sldChg chg="addSp delSp modSp add mod">
        <pc:chgData name="REYES Kenneth Anthony Luigi" userId="441d21f1-49d5-449d-b8bc-5e55c0334d0d" providerId="ADAL" clId="{9E93CCFF-EB53-52CD-B46F-8EF203D68D42}" dt="2025-09-09T12:55:44.597" v="1357" actId="20577"/>
        <pc:sldMkLst>
          <pc:docMk/>
          <pc:sldMk cId="3309791417" sldId="266"/>
        </pc:sldMkLst>
        <pc:spChg chg="mod">
          <ac:chgData name="REYES Kenneth Anthony Luigi" userId="441d21f1-49d5-449d-b8bc-5e55c0334d0d" providerId="ADAL" clId="{9E93CCFF-EB53-52CD-B46F-8EF203D68D42}" dt="2025-08-28T16:05:29.934" v="624" actId="20577"/>
          <ac:spMkLst>
            <pc:docMk/>
            <pc:sldMk cId="3309791417" sldId="266"/>
            <ac:spMk id="13" creationId="{F0B9BBFC-3BCD-CC80-51EC-273EA01C2F81}"/>
          </ac:spMkLst>
        </pc:spChg>
        <pc:spChg chg="mod">
          <ac:chgData name="REYES Kenneth Anthony Luigi" userId="441d21f1-49d5-449d-b8bc-5e55c0334d0d" providerId="ADAL" clId="{9E93CCFF-EB53-52CD-B46F-8EF203D68D42}" dt="2025-08-29T09:51:07.320" v="1013" actId="34135"/>
          <ac:spMkLst>
            <pc:docMk/>
            <pc:sldMk cId="3309791417" sldId="266"/>
            <ac:spMk id="14" creationId="{06F44DA6-45E6-7303-E765-6F8DDBBACF93}"/>
          </ac:spMkLst>
        </pc:spChg>
        <pc:spChg chg="mod">
          <ac:chgData name="REYES Kenneth Anthony Luigi" userId="441d21f1-49d5-449d-b8bc-5e55c0334d0d" providerId="ADAL" clId="{9E93CCFF-EB53-52CD-B46F-8EF203D68D42}" dt="2025-08-29T09:51:07.320" v="1013" actId="34135"/>
          <ac:spMkLst>
            <pc:docMk/>
            <pc:sldMk cId="3309791417" sldId="266"/>
            <ac:spMk id="15" creationId="{E71DC460-4B59-7C68-CF5B-2F450B53F7F5}"/>
          </ac:spMkLst>
        </pc:spChg>
        <pc:spChg chg="mod">
          <ac:chgData name="REYES Kenneth Anthony Luigi" userId="441d21f1-49d5-449d-b8bc-5e55c0334d0d" providerId="ADAL" clId="{9E93CCFF-EB53-52CD-B46F-8EF203D68D42}" dt="2025-09-09T12:53:10.700" v="1307" actId="20577"/>
          <ac:spMkLst>
            <pc:docMk/>
            <pc:sldMk cId="3309791417" sldId="266"/>
            <ac:spMk id="19" creationId="{78564136-CA6A-3B47-17A8-1268B08FB8F1}"/>
          </ac:spMkLst>
        </pc:spChg>
        <pc:spChg chg="mod">
          <ac:chgData name="REYES Kenneth Anthony Luigi" userId="441d21f1-49d5-449d-b8bc-5e55c0334d0d" providerId="ADAL" clId="{9E93CCFF-EB53-52CD-B46F-8EF203D68D42}" dt="2025-09-09T12:55:21.866" v="1352" actId="20577"/>
          <ac:spMkLst>
            <pc:docMk/>
            <pc:sldMk cId="3309791417" sldId="266"/>
            <ac:spMk id="20" creationId="{E5FBABEB-38B7-0A38-942E-536DFC974EE7}"/>
          </ac:spMkLst>
        </pc:spChg>
        <pc:spChg chg="mod">
          <ac:chgData name="REYES Kenneth Anthony Luigi" userId="441d21f1-49d5-449d-b8bc-5e55c0334d0d" providerId="ADAL" clId="{9E93CCFF-EB53-52CD-B46F-8EF203D68D42}" dt="2025-09-09T12:54:38.223" v="1342" actId="20577"/>
          <ac:spMkLst>
            <pc:docMk/>
            <pc:sldMk cId="3309791417" sldId="266"/>
            <ac:spMk id="21" creationId="{69CEDA69-018D-027D-1EF0-ACFD8DD4449A}"/>
          </ac:spMkLst>
        </pc:spChg>
        <pc:spChg chg="mod">
          <ac:chgData name="REYES Kenneth Anthony Luigi" userId="441d21f1-49d5-449d-b8bc-5e55c0334d0d" providerId="ADAL" clId="{9E93CCFF-EB53-52CD-B46F-8EF203D68D42}" dt="2025-09-09T12:54:23.539" v="1334" actId="20577"/>
          <ac:spMkLst>
            <pc:docMk/>
            <pc:sldMk cId="3309791417" sldId="266"/>
            <ac:spMk id="40" creationId="{B1162707-910C-7D99-68D7-E33F9C709B3B}"/>
          </ac:spMkLst>
        </pc:spChg>
        <pc:spChg chg="mod">
          <ac:chgData name="REYES Kenneth Anthony Luigi" userId="441d21f1-49d5-449d-b8bc-5e55c0334d0d" providerId="ADAL" clId="{9E93CCFF-EB53-52CD-B46F-8EF203D68D42}" dt="2025-09-09T12:55:30.894" v="1354" actId="20577"/>
          <ac:spMkLst>
            <pc:docMk/>
            <pc:sldMk cId="3309791417" sldId="266"/>
            <ac:spMk id="41" creationId="{7BF417FB-623F-76C3-4E7F-F02FE64B7B19}"/>
          </ac:spMkLst>
        </pc:spChg>
        <pc:spChg chg="mod">
          <ac:chgData name="REYES Kenneth Anthony Luigi" userId="441d21f1-49d5-449d-b8bc-5e55c0334d0d" providerId="ADAL" clId="{9E93CCFF-EB53-52CD-B46F-8EF203D68D42}" dt="2025-09-09T12:54:30.743" v="1337" actId="20577"/>
          <ac:spMkLst>
            <pc:docMk/>
            <pc:sldMk cId="3309791417" sldId="266"/>
            <ac:spMk id="42" creationId="{83F4B689-A0DD-51F0-E570-832653E0229E}"/>
          </ac:spMkLst>
        </pc:spChg>
        <pc:spChg chg="mod">
          <ac:chgData name="REYES Kenneth Anthony Luigi" userId="441d21f1-49d5-449d-b8bc-5e55c0334d0d" providerId="ADAL" clId="{9E93CCFF-EB53-52CD-B46F-8EF203D68D42}" dt="2025-09-09T12:54:55.478" v="1346" actId="20577"/>
          <ac:spMkLst>
            <pc:docMk/>
            <pc:sldMk cId="3309791417" sldId="266"/>
            <ac:spMk id="47" creationId="{19295EF0-A174-B40A-819A-1D1BF9FBBAA8}"/>
          </ac:spMkLst>
        </pc:spChg>
        <pc:spChg chg="mod">
          <ac:chgData name="REYES Kenneth Anthony Luigi" userId="441d21f1-49d5-449d-b8bc-5e55c0334d0d" providerId="ADAL" clId="{9E93CCFF-EB53-52CD-B46F-8EF203D68D42}" dt="2025-09-09T12:55:44.597" v="1357" actId="20577"/>
          <ac:spMkLst>
            <pc:docMk/>
            <pc:sldMk cId="3309791417" sldId="266"/>
            <ac:spMk id="48" creationId="{3751BE5B-D1F3-13D0-BCE1-12B38946705C}"/>
          </ac:spMkLst>
        </pc:spChg>
        <pc:spChg chg="mod">
          <ac:chgData name="REYES Kenneth Anthony Luigi" userId="441d21f1-49d5-449d-b8bc-5e55c0334d0d" providerId="ADAL" clId="{9E93CCFF-EB53-52CD-B46F-8EF203D68D42}" dt="2025-08-29T09:51:07.320" v="1013" actId="34135"/>
          <ac:spMkLst>
            <pc:docMk/>
            <pc:sldMk cId="3309791417" sldId="266"/>
            <ac:spMk id="49" creationId="{AA15CB5D-7FBE-DA96-6FEA-BD871B87A5F3}"/>
          </ac:spMkLst>
        </pc:spChg>
        <pc:grpChg chg="mod">
          <ac:chgData name="REYES Kenneth Anthony Luigi" userId="441d21f1-49d5-449d-b8bc-5e55c0334d0d" providerId="ADAL" clId="{9E93CCFF-EB53-52CD-B46F-8EF203D68D42}" dt="2025-08-28T16:02:05.667" v="564" actId="1038"/>
          <ac:grpSpMkLst>
            <pc:docMk/>
            <pc:sldMk cId="3309791417" sldId="266"/>
            <ac:grpSpMk id="16" creationId="{3B4EBCFE-294B-6E4C-9B0B-5B90BE37433C}"/>
          </ac:grpSpMkLst>
        </pc:grpChg>
        <pc:grpChg chg="mod">
          <ac:chgData name="REYES Kenneth Anthony Luigi" userId="441d21f1-49d5-449d-b8bc-5e55c0334d0d" providerId="ADAL" clId="{9E93CCFF-EB53-52CD-B46F-8EF203D68D42}" dt="2025-08-28T16:05:32.233" v="625"/>
          <ac:grpSpMkLst>
            <pc:docMk/>
            <pc:sldMk cId="3309791417" sldId="266"/>
            <ac:grpSpMk id="18" creationId="{9118ADEB-5070-8883-947C-33CAAFC0E315}"/>
          </ac:grpSpMkLst>
        </pc:grpChg>
        <pc:grpChg chg="mod">
          <ac:chgData name="REYES Kenneth Anthony Luigi" userId="441d21f1-49d5-449d-b8bc-5e55c0334d0d" providerId="ADAL" clId="{9E93CCFF-EB53-52CD-B46F-8EF203D68D42}" dt="2025-08-28T16:05:35.813" v="627"/>
          <ac:grpSpMkLst>
            <pc:docMk/>
            <pc:sldMk cId="3309791417" sldId="266"/>
            <ac:grpSpMk id="22" creationId="{6346BBAC-BA3F-28A8-A115-A63E8A1D4D94}"/>
          </ac:grpSpMkLst>
        </pc:grpChg>
        <pc:grpChg chg="mod">
          <ac:chgData name="REYES Kenneth Anthony Luigi" userId="441d21f1-49d5-449d-b8bc-5e55c0334d0d" providerId="ADAL" clId="{9E93CCFF-EB53-52CD-B46F-8EF203D68D42}" dt="2025-08-28T16:05:32.233" v="625"/>
          <ac:grpSpMkLst>
            <pc:docMk/>
            <pc:sldMk cId="3309791417" sldId="266"/>
            <ac:grpSpMk id="36" creationId="{E9B8D04E-E14A-BAE5-47A8-63BB483F0505}"/>
          </ac:grpSpMkLst>
        </pc:grpChg>
        <pc:grpChg chg="mod">
          <ac:chgData name="REYES Kenneth Anthony Luigi" userId="441d21f1-49d5-449d-b8bc-5e55c0334d0d" providerId="ADAL" clId="{9E93CCFF-EB53-52CD-B46F-8EF203D68D42}" dt="2025-08-28T16:05:35.813" v="627"/>
          <ac:grpSpMkLst>
            <pc:docMk/>
            <pc:sldMk cId="3309791417" sldId="266"/>
            <ac:grpSpMk id="43" creationId="{652CE093-2D58-EA67-3A2F-D34C093C2E18}"/>
          </ac:grpSpMkLst>
        </pc:grpChg>
        <pc:picChg chg="add del mod">
          <ac:chgData name="REYES Kenneth Anthony Luigi" userId="441d21f1-49d5-449d-b8bc-5e55c0334d0d" providerId="ADAL" clId="{9E93CCFF-EB53-52CD-B46F-8EF203D68D42}" dt="2025-09-09T10:39:19.677" v="1275" actId="478"/>
          <ac:picMkLst>
            <pc:docMk/>
            <pc:sldMk cId="3309791417" sldId="266"/>
            <ac:picMk id="3" creationId="{3E6DE922-F404-9B31-2BDE-9FC55BD4F4FE}"/>
          </ac:picMkLst>
        </pc:picChg>
        <pc:picChg chg="add del mod">
          <ac:chgData name="REYES Kenneth Anthony Luigi" userId="441d21f1-49d5-449d-b8bc-5e55c0334d0d" providerId="ADAL" clId="{9E93CCFF-EB53-52CD-B46F-8EF203D68D42}" dt="2025-09-09T10:42:45.139" v="1295" actId="478"/>
          <ac:picMkLst>
            <pc:docMk/>
            <pc:sldMk cId="3309791417" sldId="266"/>
            <ac:picMk id="4" creationId="{02A75A1B-CD87-B1ED-826D-2B3F83E7746A}"/>
          </ac:picMkLst>
        </pc:picChg>
        <pc:picChg chg="add mod">
          <ac:chgData name="REYES Kenneth Anthony Luigi" userId="441d21f1-49d5-449d-b8bc-5e55c0334d0d" providerId="ADAL" clId="{9E93CCFF-EB53-52CD-B46F-8EF203D68D42}" dt="2025-09-09T10:42:58.673" v="1302" actId="167"/>
          <ac:picMkLst>
            <pc:docMk/>
            <pc:sldMk cId="3309791417" sldId="266"/>
            <ac:picMk id="10" creationId="{AF159FC8-5A3F-8AFE-1115-6D90EED4E265}"/>
          </ac:picMkLst>
        </pc:picChg>
      </pc:sldChg>
      <pc:sldChg chg="addSp delSp modSp add del mod modShow">
        <pc:chgData name="REYES Kenneth Anthony Luigi" userId="441d21f1-49d5-449d-b8bc-5e55c0334d0d" providerId="ADAL" clId="{9E93CCFF-EB53-52CD-B46F-8EF203D68D42}" dt="2025-09-08T15:00:20.236" v="1206" actId="2696"/>
        <pc:sldMkLst>
          <pc:docMk/>
          <pc:sldMk cId="1584068301" sldId="267"/>
        </pc:sldMkLst>
      </pc:sldChg>
      <pc:sldChg chg="add del">
        <pc:chgData name="REYES Kenneth Anthony Luigi" userId="441d21f1-49d5-449d-b8bc-5e55c0334d0d" providerId="ADAL" clId="{9E93CCFF-EB53-52CD-B46F-8EF203D68D42}" dt="2025-08-28T16:43:50.770" v="838" actId="2696"/>
        <pc:sldMkLst>
          <pc:docMk/>
          <pc:sldMk cId="2128068062" sldId="268"/>
        </pc:sldMkLst>
      </pc:sldChg>
      <pc:sldChg chg="addSp delSp modSp add del mod">
        <pc:chgData name="REYES Kenneth Anthony Luigi" userId="441d21f1-49d5-449d-b8bc-5e55c0334d0d" providerId="ADAL" clId="{9E93CCFF-EB53-52CD-B46F-8EF203D68D42}" dt="2025-08-29T09:49:42.364" v="996" actId="2696"/>
        <pc:sldMkLst>
          <pc:docMk/>
          <pc:sldMk cId="511968587" sldId="269"/>
        </pc:sldMkLst>
      </pc:sldChg>
      <pc:sldChg chg="addSp delSp modSp add del mod ord">
        <pc:chgData name="REYES Kenneth Anthony Luigi" userId="441d21f1-49d5-449d-b8bc-5e55c0334d0d" providerId="ADAL" clId="{9E93CCFF-EB53-52CD-B46F-8EF203D68D42}" dt="2025-09-08T10:58:11.471" v="1057" actId="2696"/>
        <pc:sldMkLst>
          <pc:docMk/>
          <pc:sldMk cId="2331607076" sldId="270"/>
        </pc:sldMkLst>
      </pc:sldChg>
      <pc:sldChg chg="addSp delSp modSp add mod">
        <pc:chgData name="REYES Kenneth Anthony Luigi" userId="441d21f1-49d5-449d-b8bc-5e55c0334d0d" providerId="ADAL" clId="{9E93CCFF-EB53-52CD-B46F-8EF203D68D42}" dt="2025-09-09T10:42:40.200" v="1294" actId="167"/>
        <pc:sldMkLst>
          <pc:docMk/>
          <pc:sldMk cId="531247556" sldId="271"/>
        </pc:sldMkLst>
        <pc:picChg chg="add del mod">
          <ac:chgData name="REYES Kenneth Anthony Luigi" userId="441d21f1-49d5-449d-b8bc-5e55c0334d0d" providerId="ADAL" clId="{9E93CCFF-EB53-52CD-B46F-8EF203D68D42}" dt="2025-09-09T10:18:08.716" v="1226" actId="478"/>
          <ac:picMkLst>
            <pc:docMk/>
            <pc:sldMk cId="531247556" sldId="271"/>
            <ac:picMk id="4" creationId="{8B842824-DDC0-9C27-E99C-C3511AD5CA01}"/>
          </ac:picMkLst>
        </pc:picChg>
        <pc:picChg chg="add mod">
          <ac:chgData name="REYES Kenneth Anthony Luigi" userId="441d21f1-49d5-449d-b8bc-5e55c0334d0d" providerId="ADAL" clId="{9E93CCFF-EB53-52CD-B46F-8EF203D68D42}" dt="2025-09-09T10:12:19.253" v="1223" actId="571"/>
          <ac:picMkLst>
            <pc:docMk/>
            <pc:sldMk cId="531247556" sldId="271"/>
            <ac:picMk id="5" creationId="{79210448-0360-6D24-8877-684990E0D3F6}"/>
          </ac:picMkLst>
        </pc:picChg>
        <pc:picChg chg="add del mod">
          <ac:chgData name="REYES Kenneth Anthony Luigi" userId="441d21f1-49d5-449d-b8bc-5e55c0334d0d" providerId="ADAL" clId="{9E93CCFF-EB53-52CD-B46F-8EF203D68D42}" dt="2025-09-09T10:12:06.996" v="1218" actId="478"/>
          <ac:picMkLst>
            <pc:docMk/>
            <pc:sldMk cId="531247556" sldId="271"/>
            <ac:picMk id="6" creationId="{F67682B4-15EF-3B4A-C8B5-55EC82220BD1}"/>
          </ac:picMkLst>
        </pc:picChg>
        <pc:picChg chg="add del mod">
          <ac:chgData name="REYES Kenneth Anthony Luigi" userId="441d21f1-49d5-449d-b8bc-5e55c0334d0d" providerId="ADAL" clId="{9E93CCFF-EB53-52CD-B46F-8EF203D68D42}" dt="2025-09-09T10:18:21.186" v="1229" actId="21"/>
          <ac:picMkLst>
            <pc:docMk/>
            <pc:sldMk cId="531247556" sldId="271"/>
            <ac:picMk id="10" creationId="{624654FC-9070-8A9B-B53C-A617757B6EF7}"/>
          </ac:picMkLst>
        </pc:picChg>
        <pc:picChg chg="add del mod">
          <ac:chgData name="REYES Kenneth Anthony Luigi" userId="441d21f1-49d5-449d-b8bc-5e55c0334d0d" providerId="ADAL" clId="{9E93CCFF-EB53-52CD-B46F-8EF203D68D42}" dt="2025-09-09T10:41:56.633" v="1283" actId="478"/>
          <ac:picMkLst>
            <pc:docMk/>
            <pc:sldMk cId="531247556" sldId="271"/>
            <ac:picMk id="12" creationId="{9D54C5D2-3E39-E34B-C51D-894D58896F30}"/>
          </ac:picMkLst>
        </pc:picChg>
        <pc:picChg chg="add del mod">
          <ac:chgData name="REYES Kenneth Anthony Luigi" userId="441d21f1-49d5-449d-b8bc-5e55c0334d0d" providerId="ADAL" clId="{9E93CCFF-EB53-52CD-B46F-8EF203D68D42}" dt="2025-09-09T10:42:05.809" v="1287" actId="478"/>
          <ac:picMkLst>
            <pc:docMk/>
            <pc:sldMk cId="531247556" sldId="271"/>
            <ac:picMk id="14" creationId="{878B4995-E72C-3877-EC56-A461E2662DED}"/>
          </ac:picMkLst>
        </pc:picChg>
        <pc:picChg chg="add mod">
          <ac:chgData name="REYES Kenneth Anthony Luigi" userId="441d21f1-49d5-449d-b8bc-5e55c0334d0d" providerId="ADAL" clId="{9E93CCFF-EB53-52CD-B46F-8EF203D68D42}" dt="2025-09-09T10:42:40.200" v="1294" actId="167"/>
          <ac:picMkLst>
            <pc:docMk/>
            <pc:sldMk cId="531247556" sldId="271"/>
            <ac:picMk id="16" creationId="{64185C1B-87A6-CD6A-D701-5CFC217BE997}"/>
          </ac:picMkLst>
        </pc:picChg>
      </pc:sldChg>
      <pc:sldChg chg="addSp delSp modSp add del mod modShow">
        <pc:chgData name="REYES Kenneth Anthony Luigi" userId="441d21f1-49d5-449d-b8bc-5e55c0334d0d" providerId="ADAL" clId="{9E93CCFF-EB53-52CD-B46F-8EF203D68D42}" dt="2025-09-08T15:00:20.242" v="1208" actId="2696"/>
        <pc:sldMkLst>
          <pc:docMk/>
          <pc:sldMk cId="1393467488" sldId="272"/>
        </pc:sldMkLst>
      </pc:sldChg>
      <pc:sldChg chg="addSp delSp modSp add mod">
        <pc:chgData name="REYES Kenneth Anthony Luigi" userId="441d21f1-49d5-449d-b8bc-5e55c0334d0d" providerId="ADAL" clId="{9E93CCFF-EB53-52CD-B46F-8EF203D68D42}" dt="2025-09-10T09:55:35.763" v="1424" actId="14100"/>
        <pc:sldMkLst>
          <pc:docMk/>
          <pc:sldMk cId="3551493834" sldId="273"/>
        </pc:sldMkLst>
        <pc:picChg chg="add del mod">
          <ac:chgData name="REYES Kenneth Anthony Luigi" userId="441d21f1-49d5-449d-b8bc-5e55c0334d0d" providerId="ADAL" clId="{9E93CCFF-EB53-52CD-B46F-8EF203D68D42}" dt="2025-09-10T09:55:22.574" v="1418" actId="478"/>
          <ac:picMkLst>
            <pc:docMk/>
            <pc:sldMk cId="3551493834" sldId="273"/>
            <ac:picMk id="3" creationId="{37E42EE5-2131-A5E2-758D-B83A723D508C}"/>
          </ac:picMkLst>
        </pc:picChg>
        <pc:picChg chg="add del mod">
          <ac:chgData name="REYES Kenneth Anthony Luigi" userId="441d21f1-49d5-449d-b8bc-5e55c0334d0d" providerId="ADAL" clId="{9E93CCFF-EB53-52CD-B46F-8EF203D68D42}" dt="2025-09-09T13:14:00.020" v="1410" actId="478"/>
          <ac:picMkLst>
            <pc:docMk/>
            <pc:sldMk cId="3551493834" sldId="273"/>
            <ac:picMk id="3" creationId="{C838B6B5-0472-8CAF-3B19-0DE0B1979CB7}"/>
          </ac:picMkLst>
        </pc:picChg>
        <pc:picChg chg="add del mod">
          <ac:chgData name="REYES Kenneth Anthony Luigi" userId="441d21f1-49d5-449d-b8bc-5e55c0334d0d" providerId="ADAL" clId="{9E93CCFF-EB53-52CD-B46F-8EF203D68D42}" dt="2025-09-09T10:24:17.895" v="1244" actId="478"/>
          <ac:picMkLst>
            <pc:docMk/>
            <pc:sldMk cId="3551493834" sldId="273"/>
            <ac:picMk id="10" creationId="{DDA7BC5B-584E-7B93-0791-DADEA2A731B2}"/>
          </ac:picMkLst>
        </pc:picChg>
        <pc:picChg chg="add del mod">
          <ac:chgData name="REYES Kenneth Anthony Luigi" userId="441d21f1-49d5-449d-b8bc-5e55c0334d0d" providerId="ADAL" clId="{9E93CCFF-EB53-52CD-B46F-8EF203D68D42}" dt="2025-09-10T09:51:07.034" v="1411" actId="478"/>
          <ac:picMkLst>
            <pc:docMk/>
            <pc:sldMk cId="3551493834" sldId="273"/>
            <ac:picMk id="12" creationId="{5C5B6591-4831-B52D-C399-078EC34FF09B}"/>
          </ac:picMkLst>
        </pc:picChg>
        <pc:picChg chg="add mod">
          <ac:chgData name="REYES Kenneth Anthony Luigi" userId="441d21f1-49d5-449d-b8bc-5e55c0334d0d" providerId="ADAL" clId="{9E93CCFF-EB53-52CD-B46F-8EF203D68D42}" dt="2025-09-10T09:55:35.763" v="1424" actId="14100"/>
          <ac:picMkLst>
            <pc:docMk/>
            <pc:sldMk cId="3551493834" sldId="273"/>
            <ac:picMk id="18" creationId="{92D58D1A-FCB9-334C-0747-B333E6D2E237}"/>
          </ac:picMkLst>
        </pc:picChg>
      </pc:sldChg>
    </pc:docChg>
  </pc:docChgLst>
  <pc:docChgLst>
    <pc:chgData name="BEYER Robert" userId="S::rbeyer@iom.int::1456fddb-0397-408d-a34d-4f487c7c5755" providerId="AD" clId="Web-{5F8F6C65-2A0E-C0B3-3625-2F4A1FD2374A}"/>
    <pc:docChg chg="modSld">
      <pc:chgData name="BEYER Robert" userId="S::rbeyer@iom.int::1456fddb-0397-408d-a34d-4f487c7c5755" providerId="AD" clId="Web-{5F8F6C65-2A0E-C0B3-3625-2F4A1FD2374A}" dt="2025-08-18T13:21:42.315" v="289" actId="1076"/>
      <pc:docMkLst>
        <pc:docMk/>
      </pc:docMkLst>
      <pc:sldChg chg="modSp">
        <pc:chgData name="BEYER Robert" userId="S::rbeyer@iom.int::1456fddb-0397-408d-a34d-4f487c7c5755" providerId="AD" clId="Web-{5F8F6C65-2A0E-C0B3-3625-2F4A1FD2374A}" dt="2025-08-18T12:47:50.500" v="282" actId="20577"/>
        <pc:sldMkLst>
          <pc:docMk/>
          <pc:sldMk cId="119902811" sldId="257"/>
        </pc:sldMkLst>
        <pc:spChg chg="mod">
          <ac:chgData name="BEYER Robert" userId="S::rbeyer@iom.int::1456fddb-0397-408d-a34d-4f487c7c5755" providerId="AD" clId="Web-{5F8F6C65-2A0E-C0B3-3625-2F4A1FD2374A}" dt="2025-08-18T12:47:50.500" v="282" actId="20577"/>
          <ac:spMkLst>
            <pc:docMk/>
            <pc:sldMk cId="119902811" sldId="257"/>
            <ac:spMk id="12" creationId="{4985DA7A-A2CE-6458-AC78-306644A15745}"/>
          </ac:spMkLst>
        </pc:spChg>
      </pc:sldChg>
      <pc:sldChg chg="modSp">
        <pc:chgData name="BEYER Robert" userId="S::rbeyer@iom.int::1456fddb-0397-408d-a34d-4f487c7c5755" providerId="AD" clId="Web-{5F8F6C65-2A0E-C0B3-3625-2F4A1FD2374A}" dt="2025-08-18T12:34:45.128" v="278" actId="20577"/>
        <pc:sldMkLst>
          <pc:docMk/>
          <pc:sldMk cId="1336528586" sldId="260"/>
        </pc:sldMkLst>
      </pc:sldChg>
      <pc:sldChg chg="addSp modSp">
        <pc:chgData name="BEYER Robert" userId="S::rbeyer@iom.int::1456fddb-0397-408d-a34d-4f487c7c5755" providerId="AD" clId="Web-{5F8F6C65-2A0E-C0B3-3625-2F4A1FD2374A}" dt="2025-08-18T13:21:42.315" v="289" actId="1076"/>
        <pc:sldMkLst>
          <pc:docMk/>
          <pc:sldMk cId="197822962" sldId="262"/>
        </pc:sldMkLst>
        <pc:spChg chg="add mod">
          <ac:chgData name="BEYER Robert" userId="S::rbeyer@iom.int::1456fddb-0397-408d-a34d-4f487c7c5755" providerId="AD" clId="Web-{5F8F6C65-2A0E-C0B3-3625-2F4A1FD2374A}" dt="2025-08-18T13:21:42.315" v="289" actId="1076"/>
          <ac:spMkLst>
            <pc:docMk/>
            <pc:sldMk cId="197822962" sldId="262"/>
            <ac:spMk id="2" creationId="{CC20AC19-289F-66C6-66FF-554669700D5B}"/>
          </ac:spMkLst>
        </pc:spChg>
        <pc:spChg chg="mod">
          <ac:chgData name="BEYER Robert" userId="S::rbeyer@iom.int::1456fddb-0397-408d-a34d-4f487c7c5755" providerId="AD" clId="Web-{5F8F6C65-2A0E-C0B3-3625-2F4A1FD2374A}" dt="2025-08-18T12:10:45.399" v="271" actId="1076"/>
          <ac:spMkLst>
            <pc:docMk/>
            <pc:sldMk cId="197822962" sldId="262"/>
            <ac:spMk id="4" creationId="{4F4E3909-A3AB-221D-3DF3-AD068507F6FB}"/>
          </ac:spMkLst>
        </pc:spChg>
        <pc:spChg chg="mod">
          <ac:chgData name="BEYER Robert" userId="S::rbeyer@iom.int::1456fddb-0397-408d-a34d-4f487c7c5755" providerId="AD" clId="Web-{5F8F6C65-2A0E-C0B3-3625-2F4A1FD2374A}" dt="2025-08-18T13:21:38.846" v="287" actId="14100"/>
          <ac:spMkLst>
            <pc:docMk/>
            <pc:sldMk cId="197822962" sldId="262"/>
            <ac:spMk id="7" creationId="{40DA74F8-F5E6-26BD-4545-91171705754C}"/>
          </ac:spMkLst>
        </pc:spChg>
      </pc:sldChg>
    </pc:docChg>
  </pc:docChgLst>
  <pc:docChgLst>
    <pc:chgData name="BEYER Robert" userId="S::rbeyer@iom.int::1456fddb-0397-408d-a34d-4f487c7c5755" providerId="AD" clId="Web-{44C05577-320B-D899-782B-737B027EA982}"/>
    <pc:docChg chg="modSld sldOrd">
      <pc:chgData name="BEYER Robert" userId="S::rbeyer@iom.int::1456fddb-0397-408d-a34d-4f487c7c5755" providerId="AD" clId="Web-{44C05577-320B-D899-782B-737B027EA982}" dt="2025-09-08T16:02:21.248" v="301" actId="20577"/>
      <pc:docMkLst>
        <pc:docMk/>
      </pc:docMkLst>
      <pc:sldChg chg="modSp">
        <pc:chgData name="BEYER Robert" userId="S::rbeyer@iom.int::1456fddb-0397-408d-a34d-4f487c7c5755" providerId="AD" clId="Web-{44C05577-320B-D899-782B-737B027EA982}" dt="2025-09-08T15:52:50.736" v="63" actId="20577"/>
        <pc:sldMkLst>
          <pc:docMk/>
          <pc:sldMk cId="119902811" sldId="257"/>
        </pc:sldMkLst>
        <pc:spChg chg="mod">
          <ac:chgData name="BEYER Robert" userId="S::rbeyer@iom.int::1456fddb-0397-408d-a34d-4f487c7c5755" providerId="AD" clId="Web-{44C05577-320B-D899-782B-737B027EA982}" dt="2025-09-08T15:52:50.736" v="63" actId="20577"/>
          <ac:spMkLst>
            <pc:docMk/>
            <pc:sldMk cId="119902811" sldId="257"/>
            <ac:spMk id="12" creationId="{4985DA7A-A2CE-6458-AC78-306644A15745}"/>
          </ac:spMkLst>
        </pc:spChg>
      </pc:sldChg>
      <pc:sldChg chg="addSp modSp">
        <pc:chgData name="BEYER Robert" userId="S::rbeyer@iom.int::1456fddb-0397-408d-a34d-4f487c7c5755" providerId="AD" clId="Web-{44C05577-320B-D899-782B-737B027EA982}" dt="2025-09-08T16:01:49.757" v="298" actId="20577"/>
        <pc:sldMkLst>
          <pc:docMk/>
          <pc:sldMk cId="1336528586" sldId="260"/>
        </pc:sldMkLst>
        <pc:spChg chg="add mod">
          <ac:chgData name="BEYER Robert" userId="S::rbeyer@iom.int::1456fddb-0397-408d-a34d-4f487c7c5755" providerId="AD" clId="Web-{44C05577-320B-D899-782B-737B027EA982}" dt="2025-09-08T16:01:49.757" v="298" actId="20577"/>
          <ac:spMkLst>
            <pc:docMk/>
            <pc:sldMk cId="1336528586" sldId="260"/>
            <ac:spMk id="3" creationId="{F096965B-8D1E-2834-4E2C-5846F3022838}"/>
          </ac:spMkLst>
        </pc:spChg>
        <pc:spChg chg="mod">
          <ac:chgData name="BEYER Robert" userId="S::rbeyer@iom.int::1456fddb-0397-408d-a34d-4f487c7c5755" providerId="AD" clId="Web-{44C05577-320B-D899-782B-737B027EA982}" dt="2025-09-08T15:52:20.452" v="36" actId="20577"/>
          <ac:spMkLst>
            <pc:docMk/>
            <pc:sldMk cId="1336528586" sldId="260"/>
            <ac:spMk id="6" creationId="{BB0168D2-0A38-EDF6-DEA2-88C30EB5DC6F}"/>
          </ac:spMkLst>
        </pc:spChg>
      </pc:sldChg>
      <pc:sldChg chg="addSp delSp modSp">
        <pc:chgData name="BEYER Robert" userId="S::rbeyer@iom.int::1456fddb-0397-408d-a34d-4f487c7c5755" providerId="AD" clId="Web-{44C05577-320B-D899-782B-737B027EA982}" dt="2025-09-08T15:56:35.393" v="155" actId="1076"/>
        <pc:sldMkLst>
          <pc:docMk/>
          <pc:sldMk cId="197822962" sldId="262"/>
        </pc:sldMkLst>
        <pc:spChg chg="mod">
          <ac:chgData name="BEYER Robert" userId="S::rbeyer@iom.int::1456fddb-0397-408d-a34d-4f487c7c5755" providerId="AD" clId="Web-{44C05577-320B-D899-782B-737B027EA982}" dt="2025-09-08T15:55:16.190" v="88" actId="20577"/>
          <ac:spMkLst>
            <pc:docMk/>
            <pc:sldMk cId="197822962" sldId="262"/>
            <ac:spMk id="2" creationId="{CC20AC19-289F-66C6-66FF-554669700D5B}"/>
          </ac:spMkLst>
        </pc:spChg>
        <pc:spChg chg="mod">
          <ac:chgData name="BEYER Robert" userId="S::rbeyer@iom.int::1456fddb-0397-408d-a34d-4f487c7c5755" providerId="AD" clId="Web-{44C05577-320B-D899-782B-737B027EA982}" dt="2025-09-08T15:56:35.393" v="155" actId="1076"/>
          <ac:spMkLst>
            <pc:docMk/>
            <pc:sldMk cId="197822962" sldId="262"/>
            <ac:spMk id="4" creationId="{4F4E3909-A3AB-221D-3DF3-AD068507F6FB}"/>
          </ac:spMkLst>
        </pc:spChg>
        <pc:spChg chg="mod">
          <ac:chgData name="BEYER Robert" userId="S::rbeyer@iom.int::1456fddb-0397-408d-a34d-4f487c7c5755" providerId="AD" clId="Web-{44C05577-320B-D899-782B-737B027EA982}" dt="2025-09-08T15:54:31.049" v="74" actId="20577"/>
          <ac:spMkLst>
            <pc:docMk/>
            <pc:sldMk cId="197822962" sldId="262"/>
            <ac:spMk id="7" creationId="{40DA74F8-F5E6-26BD-4545-91171705754C}"/>
          </ac:spMkLst>
        </pc:spChg>
      </pc:sldChg>
      <pc:sldChg chg="addSp delSp modSp">
        <pc:chgData name="BEYER Robert" userId="S::rbeyer@iom.int::1456fddb-0397-408d-a34d-4f487c7c5755" providerId="AD" clId="Web-{44C05577-320B-D899-782B-737B027EA982}" dt="2025-09-08T16:00:29.083" v="272" actId="1076"/>
        <pc:sldMkLst>
          <pc:docMk/>
          <pc:sldMk cId="3309791417" sldId="266"/>
        </pc:sldMkLst>
        <pc:spChg chg="add mod">
          <ac:chgData name="BEYER Robert" userId="S::rbeyer@iom.int::1456fddb-0397-408d-a34d-4f487c7c5755" providerId="AD" clId="Web-{44C05577-320B-D899-782B-737B027EA982}" dt="2025-09-08T15:56:49.674" v="163" actId="20577"/>
          <ac:spMkLst>
            <pc:docMk/>
            <pc:sldMk cId="3309791417" sldId="266"/>
            <ac:spMk id="5" creationId="{638A6013-21F4-F39C-3764-9948ED9E1977}"/>
          </ac:spMkLst>
        </pc:spChg>
        <pc:spChg chg="add mod">
          <ac:chgData name="BEYER Robert" userId="S::rbeyer@iom.int::1456fddb-0397-408d-a34d-4f487c7c5755" providerId="AD" clId="Web-{44C05577-320B-D899-782B-737B027EA982}" dt="2025-09-08T16:00:20.519" v="269" actId="1076"/>
          <ac:spMkLst>
            <pc:docMk/>
            <pc:sldMk cId="3309791417" sldId="266"/>
            <ac:spMk id="7" creationId="{6F70A576-1B58-D24A-C183-AC5EF4064969}"/>
          </ac:spMkLst>
        </pc:spChg>
        <pc:spChg chg="add mod">
          <ac:chgData name="BEYER Robert" userId="S::rbeyer@iom.int::1456fddb-0397-408d-a34d-4f487c7c5755" providerId="AD" clId="Web-{44C05577-320B-D899-782B-737B027EA982}" dt="2025-09-08T16:00:24.629" v="271" actId="14100"/>
          <ac:spMkLst>
            <pc:docMk/>
            <pc:sldMk cId="3309791417" sldId="266"/>
            <ac:spMk id="8" creationId="{FE42EC12-99BD-87C3-7A5C-0E03F1275961}"/>
          </ac:spMkLst>
        </pc:spChg>
        <pc:spChg chg="add mod">
          <ac:chgData name="BEYER Robert" userId="S::rbeyer@iom.int::1456fddb-0397-408d-a34d-4f487c7c5755" providerId="AD" clId="Web-{44C05577-320B-D899-782B-737B027EA982}" dt="2025-09-08T16:00:29.083" v="272" actId="1076"/>
          <ac:spMkLst>
            <pc:docMk/>
            <pc:sldMk cId="3309791417" sldId="266"/>
            <ac:spMk id="9" creationId="{F65FE2C1-4D72-F448-A6CA-A224C1D70DCC}"/>
          </ac:spMkLst>
        </pc:spChg>
      </pc:sldChg>
      <pc:sldChg chg="addSp modSp">
        <pc:chgData name="BEYER Robert" userId="S::rbeyer@iom.int::1456fddb-0397-408d-a34d-4f487c7c5755" providerId="AD" clId="Web-{44C05577-320B-D899-782B-737B027EA982}" dt="2025-09-08T16:02:21.248" v="301" actId="20577"/>
        <pc:sldMkLst>
          <pc:docMk/>
          <pc:sldMk cId="531247556" sldId="271"/>
        </pc:sldMkLst>
      </pc:sldChg>
      <pc:sldChg chg="ord">
        <pc:chgData name="BEYER Robert" userId="S::rbeyer@iom.int::1456fddb-0397-408d-a34d-4f487c7c5755" providerId="AD" clId="Web-{44C05577-320B-D899-782B-737B027EA982}" dt="2025-09-08T09:31:27.513" v="1"/>
        <pc:sldMkLst>
          <pc:docMk/>
          <pc:sldMk cId="1393467488" sldId="272"/>
        </pc:sldMkLst>
      </pc:sldChg>
    </pc:docChg>
  </pc:docChgLst>
  <pc:docChgLst>
    <pc:chgData name="BEYER Robert" userId="1456fddb-0397-408d-a34d-4f487c7c5755" providerId="ADAL" clId="{19578377-FC30-45D2-B279-B985850B4CAB}"/>
    <pc:docChg chg="undo custSel addSld delSld modSld">
      <pc:chgData name="BEYER Robert" userId="1456fddb-0397-408d-a34d-4f487c7c5755" providerId="ADAL" clId="{19578377-FC30-45D2-B279-B985850B4CAB}" dt="2025-09-10T12:30:54.724" v="3579" actId="1036"/>
      <pc:docMkLst>
        <pc:docMk/>
      </pc:docMkLst>
      <pc:sldChg chg="addSp delSp modSp mod">
        <pc:chgData name="BEYER Robert" userId="1456fddb-0397-408d-a34d-4f487c7c5755" providerId="ADAL" clId="{19578377-FC30-45D2-B279-B985850B4CAB}" dt="2025-09-10T10:10:23.371" v="2940" actId="1076"/>
        <pc:sldMkLst>
          <pc:docMk/>
          <pc:sldMk cId="119902811" sldId="257"/>
        </pc:sldMkLst>
        <pc:spChg chg="add mod">
          <ac:chgData name="BEYER Robert" userId="1456fddb-0397-408d-a34d-4f487c7c5755" providerId="ADAL" clId="{19578377-FC30-45D2-B279-B985850B4CAB}" dt="2025-09-10T10:10:23.371" v="2940" actId="1076"/>
          <ac:spMkLst>
            <pc:docMk/>
            <pc:sldMk cId="119902811" sldId="257"/>
            <ac:spMk id="6" creationId="{ECBF6B5B-1F7D-C4ED-CCB2-504C471CA58B}"/>
          </ac:spMkLst>
        </pc:spChg>
        <pc:spChg chg="mod">
          <ac:chgData name="BEYER Robert" userId="1456fddb-0397-408d-a34d-4f487c7c5755" providerId="ADAL" clId="{19578377-FC30-45D2-B279-B985850B4CAB}" dt="2025-09-09T12:06:42.203" v="40" actId="113"/>
          <ac:spMkLst>
            <pc:docMk/>
            <pc:sldMk cId="119902811" sldId="257"/>
            <ac:spMk id="12" creationId="{4985DA7A-A2CE-6458-AC78-306644A15745}"/>
          </ac:spMkLst>
        </pc:spChg>
        <pc:spChg chg="mod">
          <ac:chgData name="BEYER Robert" userId="1456fddb-0397-408d-a34d-4f487c7c5755" providerId="ADAL" clId="{19578377-FC30-45D2-B279-B985850B4CAB}" dt="2025-09-09T12:10:30.397" v="128" actId="114"/>
          <ac:spMkLst>
            <pc:docMk/>
            <pc:sldMk cId="119902811" sldId="257"/>
            <ac:spMk id="13" creationId="{A1195C08-FF40-9870-A32C-3584C57649D5}"/>
          </ac:spMkLst>
        </pc:spChg>
        <pc:picChg chg="add del mod">
          <ac:chgData name="BEYER Robert" userId="1456fddb-0397-408d-a34d-4f487c7c5755" providerId="ADAL" clId="{19578377-FC30-45D2-B279-B985850B4CAB}" dt="2025-09-09T12:06:07.656" v="25" actId="478"/>
          <ac:picMkLst>
            <pc:docMk/>
            <pc:sldMk cId="119902811" sldId="257"/>
            <ac:picMk id="4" creationId="{C39ABFC6-6996-CE2D-4DAA-C3436A7AA4D9}"/>
          </ac:picMkLst>
        </pc:picChg>
        <pc:picChg chg="add mod">
          <ac:chgData name="BEYER Robert" userId="1456fddb-0397-408d-a34d-4f487c7c5755" providerId="ADAL" clId="{19578377-FC30-45D2-B279-B985850B4CAB}" dt="2025-09-09T12:06:08.237" v="26"/>
          <ac:picMkLst>
            <pc:docMk/>
            <pc:sldMk cId="119902811" sldId="257"/>
            <ac:picMk id="5" creationId="{3F98AC89-21C7-C303-66F3-609EB5998E24}"/>
          </ac:picMkLst>
        </pc:picChg>
      </pc:sldChg>
      <pc:sldChg chg="addSp delSp modSp mod">
        <pc:chgData name="BEYER Robert" userId="1456fddb-0397-408d-a34d-4f487c7c5755" providerId="ADAL" clId="{19578377-FC30-45D2-B279-B985850B4CAB}" dt="2025-09-09T13:08:03.884" v="1447" actId="1076"/>
        <pc:sldMkLst>
          <pc:docMk/>
          <pc:sldMk cId="1336528586" sldId="260"/>
        </pc:sldMkLst>
        <pc:spChg chg="mod">
          <ac:chgData name="BEYER Robert" userId="1456fddb-0397-408d-a34d-4f487c7c5755" providerId="ADAL" clId="{19578377-FC30-45D2-B279-B985850B4CAB}" dt="2025-09-09T13:08:03.884" v="1447" actId="1076"/>
          <ac:spMkLst>
            <pc:docMk/>
            <pc:sldMk cId="1336528586" sldId="260"/>
            <ac:spMk id="3" creationId="{F096965B-8D1E-2834-4E2C-5846F3022838}"/>
          </ac:spMkLst>
        </pc:spChg>
        <pc:spChg chg="add del mod">
          <ac:chgData name="BEYER Robert" userId="1456fddb-0397-408d-a34d-4f487c7c5755" providerId="ADAL" clId="{19578377-FC30-45D2-B279-B985850B4CAB}" dt="2025-09-09T13:03:59.299" v="1429" actId="1036"/>
          <ac:spMkLst>
            <pc:docMk/>
            <pc:sldMk cId="1336528586" sldId="260"/>
            <ac:spMk id="6" creationId="{BB0168D2-0A38-EDF6-DEA2-88C30EB5DC6F}"/>
          </ac:spMkLst>
        </pc:spChg>
        <pc:spChg chg="del">
          <ac:chgData name="BEYER Robert" userId="1456fddb-0397-408d-a34d-4f487c7c5755" providerId="ADAL" clId="{19578377-FC30-45D2-B279-B985850B4CAB}" dt="2025-09-09T12:06:20.434" v="31" actId="478"/>
          <ac:spMkLst>
            <pc:docMk/>
            <pc:sldMk cId="1336528586" sldId="260"/>
            <ac:spMk id="7" creationId="{C690185F-84E1-639C-6149-C64352D58CDD}"/>
          </ac:spMkLst>
        </pc:spChg>
        <pc:picChg chg="add del mod">
          <ac:chgData name="BEYER Robert" userId="1456fddb-0397-408d-a34d-4f487c7c5755" providerId="ADAL" clId="{19578377-FC30-45D2-B279-B985850B4CAB}" dt="2025-09-09T13:03:52.788" v="1406" actId="1036"/>
          <ac:picMkLst>
            <pc:docMk/>
            <pc:sldMk cId="1336528586" sldId="260"/>
            <ac:picMk id="2" creationId="{275F31B2-F8ED-E6C7-8434-54772EA4DDF8}"/>
          </ac:picMkLst>
        </pc:picChg>
        <pc:picChg chg="add mod">
          <ac:chgData name="BEYER Robert" userId="1456fddb-0397-408d-a34d-4f487c7c5755" providerId="ADAL" clId="{19578377-FC30-45D2-B279-B985850B4CAB}" dt="2025-09-09T12:06:21.052" v="32"/>
          <ac:picMkLst>
            <pc:docMk/>
            <pc:sldMk cId="1336528586" sldId="260"/>
            <ac:picMk id="4" creationId="{049345E2-F01A-9F3C-6D10-98ACA2F908C2}"/>
          </ac:picMkLst>
        </pc:picChg>
      </pc:sldChg>
      <pc:sldChg chg="addSp delSp modSp mod">
        <pc:chgData name="BEYER Robert" userId="1456fddb-0397-408d-a34d-4f487c7c5755" providerId="ADAL" clId="{19578377-FC30-45D2-B279-B985850B4CAB}" dt="2025-09-09T21:26:13.046" v="2902" actId="14100"/>
        <pc:sldMkLst>
          <pc:docMk/>
          <pc:sldMk cId="197822962" sldId="262"/>
        </pc:sldMkLst>
        <pc:spChg chg="mod">
          <ac:chgData name="BEYER Robert" userId="1456fddb-0397-408d-a34d-4f487c7c5755" providerId="ADAL" clId="{19578377-FC30-45D2-B279-B985850B4CAB}" dt="2025-09-09T12:44:52.173" v="1271" actId="113"/>
          <ac:spMkLst>
            <pc:docMk/>
            <pc:sldMk cId="197822962" sldId="262"/>
            <ac:spMk id="2" creationId="{CC20AC19-289F-66C6-66FF-554669700D5B}"/>
          </ac:spMkLst>
        </pc:spChg>
        <pc:spChg chg="mod">
          <ac:chgData name="BEYER Robert" userId="1456fddb-0397-408d-a34d-4f487c7c5755" providerId="ADAL" clId="{19578377-FC30-45D2-B279-B985850B4CAB}" dt="2025-09-09T12:07:14.084" v="45" actId="113"/>
          <ac:spMkLst>
            <pc:docMk/>
            <pc:sldMk cId="197822962" sldId="262"/>
            <ac:spMk id="4" creationId="{4F4E3909-A3AB-221D-3DF3-AD068507F6FB}"/>
          </ac:spMkLst>
        </pc:spChg>
        <pc:spChg chg="mod">
          <ac:chgData name="BEYER Robert" userId="1456fddb-0397-408d-a34d-4f487c7c5755" providerId="ADAL" clId="{19578377-FC30-45D2-B279-B985850B4CAB}" dt="2025-09-09T12:15:39.628" v="234" actId="1037"/>
          <ac:spMkLst>
            <pc:docMk/>
            <pc:sldMk cId="197822962" sldId="262"/>
            <ac:spMk id="7" creationId="{40DA74F8-F5E6-26BD-4545-91171705754C}"/>
          </ac:spMkLst>
        </pc:spChg>
        <pc:spChg chg="add del">
          <ac:chgData name="BEYER Robert" userId="1456fddb-0397-408d-a34d-4f487c7c5755" providerId="ADAL" clId="{19578377-FC30-45D2-B279-B985850B4CAB}" dt="2025-09-09T12:12:21.335" v="152" actId="478"/>
          <ac:spMkLst>
            <pc:docMk/>
            <pc:sldMk cId="197822962" sldId="262"/>
            <ac:spMk id="8" creationId="{343161F7-4798-D967-08BF-4549758FA54F}"/>
          </ac:spMkLst>
        </pc:spChg>
        <pc:spChg chg="add del">
          <ac:chgData name="BEYER Robert" userId="1456fddb-0397-408d-a34d-4f487c7c5755" providerId="ADAL" clId="{19578377-FC30-45D2-B279-B985850B4CAB}" dt="2025-09-09T12:12:41.057" v="154" actId="478"/>
          <ac:spMkLst>
            <pc:docMk/>
            <pc:sldMk cId="197822962" sldId="262"/>
            <ac:spMk id="9" creationId="{1BCA6992-6106-8B4F-D0A7-8BE141D2A9A1}"/>
          </ac:spMkLst>
        </pc:spChg>
        <pc:spChg chg="add mod">
          <ac:chgData name="BEYER Robert" userId="1456fddb-0397-408d-a34d-4f487c7c5755" providerId="ADAL" clId="{19578377-FC30-45D2-B279-B985850B4CAB}" dt="2025-09-09T12:19:35.967" v="372" actId="14100"/>
          <ac:spMkLst>
            <pc:docMk/>
            <pc:sldMk cId="197822962" sldId="262"/>
            <ac:spMk id="10" creationId="{92132780-8631-6337-EAAA-AC5D6E4FFD90}"/>
          </ac:spMkLst>
        </pc:spChg>
        <pc:spChg chg="mod">
          <ac:chgData name="BEYER Robert" userId="1456fddb-0397-408d-a34d-4f487c7c5755" providerId="ADAL" clId="{19578377-FC30-45D2-B279-B985850B4CAB}" dt="2025-09-09T13:51:43.765" v="2813" actId="2711"/>
          <ac:spMkLst>
            <pc:docMk/>
            <pc:sldMk cId="197822962" sldId="262"/>
            <ac:spMk id="12" creationId="{3A45D09B-5684-9170-ECCF-A00C7110AC43}"/>
          </ac:spMkLst>
        </pc:spChg>
        <pc:spChg chg="mod">
          <ac:chgData name="BEYER Robert" userId="1456fddb-0397-408d-a34d-4f487c7c5755" providerId="ADAL" clId="{19578377-FC30-45D2-B279-B985850B4CAB}" dt="2025-09-09T13:51:36.820" v="2812" actId="2711"/>
          <ac:spMkLst>
            <pc:docMk/>
            <pc:sldMk cId="197822962" sldId="262"/>
            <ac:spMk id="13" creationId="{C0BB386C-48AB-1E5B-C1FF-057DECC129BC}"/>
          </ac:spMkLst>
        </pc:spChg>
        <pc:spChg chg="mod">
          <ac:chgData name="BEYER Robert" userId="1456fddb-0397-408d-a34d-4f487c7c5755" providerId="ADAL" clId="{19578377-FC30-45D2-B279-B985850B4CAB}" dt="2025-09-09T13:51:49.655" v="2814" actId="2711"/>
          <ac:spMkLst>
            <pc:docMk/>
            <pc:sldMk cId="197822962" sldId="262"/>
            <ac:spMk id="14" creationId="{6213DE9F-AEDD-CAD9-DE0A-1FA3F9AD907A}"/>
          </ac:spMkLst>
        </pc:spChg>
        <pc:spChg chg="mod">
          <ac:chgData name="BEYER Robert" userId="1456fddb-0397-408d-a34d-4f487c7c5755" providerId="ADAL" clId="{19578377-FC30-45D2-B279-B985850B4CAB}" dt="2025-09-09T13:51:54.796" v="2815" actId="2711"/>
          <ac:spMkLst>
            <pc:docMk/>
            <pc:sldMk cId="197822962" sldId="262"/>
            <ac:spMk id="15" creationId="{A99A981F-131C-F884-134B-07C793BF6E25}"/>
          </ac:spMkLst>
        </pc:spChg>
        <pc:spChg chg="mod">
          <ac:chgData name="BEYER Robert" userId="1456fddb-0397-408d-a34d-4f487c7c5755" providerId="ADAL" clId="{19578377-FC30-45D2-B279-B985850B4CAB}" dt="2025-09-09T13:53:05.067" v="2825" actId="2711"/>
          <ac:spMkLst>
            <pc:docMk/>
            <pc:sldMk cId="197822962" sldId="262"/>
            <ac:spMk id="19" creationId="{E60A7882-E49E-DB67-908B-454F4637EEA2}"/>
          </ac:spMkLst>
        </pc:spChg>
        <pc:spChg chg="mod">
          <ac:chgData name="BEYER Robert" userId="1456fddb-0397-408d-a34d-4f487c7c5755" providerId="ADAL" clId="{19578377-FC30-45D2-B279-B985850B4CAB}" dt="2025-09-09T13:53:12.828" v="2826" actId="2711"/>
          <ac:spMkLst>
            <pc:docMk/>
            <pc:sldMk cId="197822962" sldId="262"/>
            <ac:spMk id="20" creationId="{FD9E744A-7FE1-74FC-7674-BA4E60959C7E}"/>
          </ac:spMkLst>
        </pc:spChg>
        <pc:spChg chg="mod">
          <ac:chgData name="BEYER Robert" userId="1456fddb-0397-408d-a34d-4f487c7c5755" providerId="ADAL" clId="{19578377-FC30-45D2-B279-B985850B4CAB}" dt="2025-09-09T13:53:18.615" v="2827" actId="2711"/>
          <ac:spMkLst>
            <pc:docMk/>
            <pc:sldMk cId="197822962" sldId="262"/>
            <ac:spMk id="21" creationId="{2A66559A-AB03-EFE9-2B8C-2FEB82CF943A}"/>
          </ac:spMkLst>
        </pc:spChg>
        <pc:spChg chg="add mod">
          <ac:chgData name="BEYER Robert" userId="1456fddb-0397-408d-a34d-4f487c7c5755" providerId="ADAL" clId="{19578377-FC30-45D2-B279-B985850B4CAB}" dt="2025-09-09T21:26:13.046" v="2902" actId="14100"/>
          <ac:spMkLst>
            <pc:docMk/>
            <pc:sldMk cId="197822962" sldId="262"/>
            <ac:spMk id="23" creationId="{872F4805-2EAC-06AC-9C3A-310777190BFE}"/>
          </ac:spMkLst>
        </pc:spChg>
        <pc:spChg chg="add mod">
          <ac:chgData name="BEYER Robert" userId="1456fddb-0397-408d-a34d-4f487c7c5755" providerId="ADAL" clId="{19578377-FC30-45D2-B279-B985850B4CAB}" dt="2025-09-09T12:44:47.046" v="1270" actId="20577"/>
          <ac:spMkLst>
            <pc:docMk/>
            <pc:sldMk cId="197822962" sldId="262"/>
            <ac:spMk id="24" creationId="{9B6661E1-7331-BD38-3D43-289CADCFD303}"/>
          </ac:spMkLst>
        </pc:spChg>
        <pc:spChg chg="add mod">
          <ac:chgData name="BEYER Robert" userId="1456fddb-0397-408d-a34d-4f487c7c5755" providerId="ADAL" clId="{19578377-FC30-45D2-B279-B985850B4CAB}" dt="2025-09-09T12:23:04.880" v="428" actId="14100"/>
          <ac:spMkLst>
            <pc:docMk/>
            <pc:sldMk cId="197822962" sldId="262"/>
            <ac:spMk id="25" creationId="{DE7C2800-9057-C8A0-8F21-A2AC59D0056D}"/>
          </ac:spMkLst>
        </pc:spChg>
        <pc:spChg chg="mod">
          <ac:chgData name="BEYER Robert" userId="1456fddb-0397-408d-a34d-4f487c7c5755" providerId="ADAL" clId="{19578377-FC30-45D2-B279-B985850B4CAB}" dt="2025-09-09T13:52:02.479" v="2816" actId="2711"/>
          <ac:spMkLst>
            <pc:docMk/>
            <pc:sldMk cId="197822962" sldId="262"/>
            <ac:spMk id="33" creationId="{784CF9A0-5C1E-21D5-3EFD-D47A958B78DA}"/>
          </ac:spMkLst>
        </pc:spChg>
        <pc:spChg chg="mod">
          <ac:chgData name="BEYER Robert" userId="1456fddb-0397-408d-a34d-4f487c7c5755" providerId="ADAL" clId="{19578377-FC30-45D2-B279-B985850B4CAB}" dt="2025-09-09T13:52:36.760" v="2821" actId="2711"/>
          <ac:spMkLst>
            <pc:docMk/>
            <pc:sldMk cId="197822962" sldId="262"/>
            <ac:spMk id="34" creationId="{A9CCA7FC-72E5-447E-2BBF-7EBE0A04A185}"/>
          </ac:spMkLst>
        </pc:spChg>
        <pc:spChg chg="mod">
          <ac:chgData name="BEYER Robert" userId="1456fddb-0397-408d-a34d-4f487c7c5755" providerId="ADAL" clId="{19578377-FC30-45D2-B279-B985850B4CAB}" dt="2025-09-09T13:52:42.586" v="2822" actId="2711"/>
          <ac:spMkLst>
            <pc:docMk/>
            <pc:sldMk cId="197822962" sldId="262"/>
            <ac:spMk id="35" creationId="{1BA484C4-BC09-C95A-6B8B-C48FA1202C30}"/>
          </ac:spMkLst>
        </pc:spChg>
        <pc:spChg chg="mod">
          <ac:chgData name="BEYER Robert" userId="1456fddb-0397-408d-a34d-4f487c7c5755" providerId="ADAL" clId="{19578377-FC30-45D2-B279-B985850B4CAB}" dt="2025-09-09T13:52:31.129" v="2820" actId="2711"/>
          <ac:spMkLst>
            <pc:docMk/>
            <pc:sldMk cId="197822962" sldId="262"/>
            <ac:spMk id="40" creationId="{181B0306-AD2C-A604-429B-7568A0AB0659}"/>
          </ac:spMkLst>
        </pc:spChg>
        <pc:spChg chg="mod">
          <ac:chgData name="BEYER Robert" userId="1456fddb-0397-408d-a34d-4f487c7c5755" providerId="ADAL" clId="{19578377-FC30-45D2-B279-B985850B4CAB}" dt="2025-09-09T13:52:47.487" v="2823" actId="2711"/>
          <ac:spMkLst>
            <pc:docMk/>
            <pc:sldMk cId="197822962" sldId="262"/>
            <ac:spMk id="41" creationId="{9800A5A6-2ADF-3830-53B5-E549523A2DBD}"/>
          </ac:spMkLst>
        </pc:spChg>
        <pc:spChg chg="mod">
          <ac:chgData name="BEYER Robert" userId="1456fddb-0397-408d-a34d-4f487c7c5755" providerId="ADAL" clId="{19578377-FC30-45D2-B279-B985850B4CAB}" dt="2025-09-09T13:52:55.700" v="2824" actId="2711"/>
          <ac:spMkLst>
            <pc:docMk/>
            <pc:sldMk cId="197822962" sldId="262"/>
            <ac:spMk id="42" creationId="{6F74D986-8406-BB13-A2B5-D23728D46850}"/>
          </ac:spMkLst>
        </pc:spChg>
        <pc:spChg chg="mod">
          <ac:chgData name="BEYER Robert" userId="1456fddb-0397-408d-a34d-4f487c7c5755" providerId="ADAL" clId="{19578377-FC30-45D2-B279-B985850B4CAB}" dt="2025-09-09T13:52:15.231" v="2817" actId="2711"/>
          <ac:spMkLst>
            <pc:docMk/>
            <pc:sldMk cId="197822962" sldId="262"/>
            <ac:spMk id="47" creationId="{1A2D3CCF-2504-D8C7-E6DF-C0D0F5B3BE46}"/>
          </ac:spMkLst>
        </pc:spChg>
        <pc:spChg chg="mod">
          <ac:chgData name="BEYER Robert" userId="1456fddb-0397-408d-a34d-4f487c7c5755" providerId="ADAL" clId="{19578377-FC30-45D2-B279-B985850B4CAB}" dt="2025-09-09T13:52:20.143" v="2818" actId="2711"/>
          <ac:spMkLst>
            <pc:docMk/>
            <pc:sldMk cId="197822962" sldId="262"/>
            <ac:spMk id="48" creationId="{9E5AF375-18A7-6BAA-AD8C-0BF0EF592D19}"/>
          </ac:spMkLst>
        </pc:spChg>
        <pc:spChg chg="mod">
          <ac:chgData name="BEYER Robert" userId="1456fddb-0397-408d-a34d-4f487c7c5755" providerId="ADAL" clId="{19578377-FC30-45D2-B279-B985850B4CAB}" dt="2025-09-09T13:52:25.808" v="2819" actId="2711"/>
          <ac:spMkLst>
            <pc:docMk/>
            <pc:sldMk cId="197822962" sldId="262"/>
            <ac:spMk id="49" creationId="{9BAF434B-398D-C50C-932F-83FD74C3A6C1}"/>
          </ac:spMkLst>
        </pc:spChg>
        <pc:spChg chg="del">
          <ac:chgData name="BEYER Robert" userId="1456fddb-0397-408d-a34d-4f487c7c5755" providerId="ADAL" clId="{19578377-FC30-45D2-B279-B985850B4CAB}" dt="2025-09-09T12:13:12.529" v="165" actId="478"/>
          <ac:spMkLst>
            <pc:docMk/>
            <pc:sldMk cId="197822962" sldId="262"/>
            <ac:spMk id="52" creationId="{6A3CFBE0-721E-4A74-5940-D76BFA83C5BE}"/>
          </ac:spMkLst>
        </pc:spChg>
        <pc:picChg chg="add mod">
          <ac:chgData name="BEYER Robert" userId="1456fddb-0397-408d-a34d-4f487c7c5755" providerId="ADAL" clId="{19578377-FC30-45D2-B279-B985850B4CAB}" dt="2025-09-09T11:53:45.447" v="11" actId="931"/>
          <ac:picMkLst>
            <pc:docMk/>
            <pc:sldMk cId="197822962" sldId="262"/>
            <ac:picMk id="5" creationId="{B4CB025B-46D7-1319-B91D-9B9D5E579298}"/>
          </ac:picMkLst>
        </pc:picChg>
        <pc:picChg chg="add mod">
          <ac:chgData name="BEYER Robert" userId="1456fddb-0397-408d-a34d-4f487c7c5755" providerId="ADAL" clId="{19578377-FC30-45D2-B279-B985850B4CAB}" dt="2025-09-09T12:06:02.550" v="22" actId="1076"/>
          <ac:picMkLst>
            <pc:docMk/>
            <pc:sldMk cId="197822962" sldId="262"/>
            <ac:picMk id="6" creationId="{8CD03C51-5A9D-B169-1106-7988F3AEF1A8}"/>
          </ac:picMkLst>
        </pc:picChg>
        <pc:picChg chg="mod">
          <ac:chgData name="BEYER Robert" userId="1456fddb-0397-408d-a34d-4f487c7c5755" providerId="ADAL" clId="{19578377-FC30-45D2-B279-B985850B4CAB}" dt="2025-09-09T12:14:31.192" v="191" actId="1076"/>
          <ac:picMkLst>
            <pc:docMk/>
            <pc:sldMk cId="197822962" sldId="262"/>
            <ac:picMk id="11" creationId="{9F6BE690-D658-F314-EA26-A8EB58280D47}"/>
          </ac:picMkLst>
        </pc:picChg>
      </pc:sldChg>
      <pc:sldChg chg="addSp delSp modSp mod">
        <pc:chgData name="BEYER Robert" userId="1456fddb-0397-408d-a34d-4f487c7c5755" providerId="ADAL" clId="{19578377-FC30-45D2-B279-B985850B4CAB}" dt="2025-09-09T12:49:54.972" v="1404" actId="20577"/>
        <pc:sldMkLst>
          <pc:docMk/>
          <pc:sldMk cId="3309791417" sldId="266"/>
        </pc:sldMkLst>
        <pc:spChg chg="add mod">
          <ac:chgData name="BEYER Robert" userId="1456fddb-0397-408d-a34d-4f487c7c5755" providerId="ADAL" clId="{19578377-FC30-45D2-B279-B985850B4CAB}" dt="2025-09-09T12:43:24.076" v="1229" actId="14100"/>
          <ac:spMkLst>
            <pc:docMk/>
            <pc:sldMk cId="3309791417" sldId="266"/>
            <ac:spMk id="3" creationId="{61DF5F34-DD46-9237-0017-E69F52EA4F39}"/>
          </ac:spMkLst>
        </pc:spChg>
        <pc:spChg chg="add mod">
          <ac:chgData name="BEYER Robert" userId="1456fddb-0397-408d-a34d-4f487c7c5755" providerId="ADAL" clId="{19578377-FC30-45D2-B279-B985850B4CAB}" dt="2025-09-09T12:43:19.997" v="1228" actId="14100"/>
          <ac:spMkLst>
            <pc:docMk/>
            <pc:sldMk cId="3309791417" sldId="266"/>
            <ac:spMk id="4" creationId="{9FB33758-CFB2-5B77-0750-BCE709C57C9B}"/>
          </ac:spMkLst>
        </pc:spChg>
        <pc:spChg chg="mod">
          <ac:chgData name="BEYER Robert" userId="1456fddb-0397-408d-a34d-4f487c7c5755" providerId="ADAL" clId="{19578377-FC30-45D2-B279-B985850B4CAB}" dt="2025-09-09T12:07:47.029" v="47" actId="2711"/>
          <ac:spMkLst>
            <pc:docMk/>
            <pc:sldMk cId="3309791417" sldId="266"/>
            <ac:spMk id="5" creationId="{638A6013-21F4-F39C-3764-9948ED9E1977}"/>
          </ac:spMkLst>
        </pc:spChg>
        <pc:spChg chg="add mod">
          <ac:chgData name="BEYER Robert" userId="1456fddb-0397-408d-a34d-4f487c7c5755" providerId="ADAL" clId="{19578377-FC30-45D2-B279-B985850B4CAB}" dt="2025-09-09T12:25:42.006" v="492" actId="14100"/>
          <ac:spMkLst>
            <pc:docMk/>
            <pc:sldMk cId="3309791417" sldId="266"/>
            <ac:spMk id="6" creationId="{56375CF0-656E-224E-3720-4875A2BAB67B}"/>
          </ac:spMkLst>
        </pc:spChg>
        <pc:spChg chg="mod">
          <ac:chgData name="BEYER Robert" userId="1456fddb-0397-408d-a34d-4f487c7c5755" providerId="ADAL" clId="{19578377-FC30-45D2-B279-B985850B4CAB}" dt="2025-09-09T12:43:29.926" v="1232" actId="113"/>
          <ac:spMkLst>
            <pc:docMk/>
            <pc:sldMk cId="3309791417" sldId="266"/>
            <ac:spMk id="7" creationId="{6F70A576-1B58-D24A-C183-AC5EF4064969}"/>
          </ac:spMkLst>
        </pc:spChg>
        <pc:spChg chg="mod">
          <ac:chgData name="BEYER Robert" userId="1456fddb-0397-408d-a34d-4f487c7c5755" providerId="ADAL" clId="{19578377-FC30-45D2-B279-B985850B4CAB}" dt="2025-09-09T12:44:18.285" v="1264" actId="1036"/>
          <ac:spMkLst>
            <pc:docMk/>
            <pc:sldMk cId="3309791417" sldId="266"/>
            <ac:spMk id="8" creationId="{FE42EC12-99BD-87C3-7A5C-0E03F1275961}"/>
          </ac:spMkLst>
        </pc:spChg>
        <pc:spChg chg="mod">
          <ac:chgData name="BEYER Robert" userId="1456fddb-0397-408d-a34d-4f487c7c5755" providerId="ADAL" clId="{19578377-FC30-45D2-B279-B985850B4CAB}" dt="2025-09-09T12:44:37.001" v="1266" actId="6549"/>
          <ac:spMkLst>
            <pc:docMk/>
            <pc:sldMk cId="3309791417" sldId="266"/>
            <ac:spMk id="9" creationId="{F65FE2C1-4D72-F448-A6CA-A224C1D70DCC}"/>
          </ac:spMkLst>
        </pc:spChg>
        <pc:spChg chg="add mod">
          <ac:chgData name="BEYER Robert" userId="1456fddb-0397-408d-a34d-4f487c7c5755" providerId="ADAL" clId="{19578377-FC30-45D2-B279-B985850B4CAB}" dt="2025-09-09T12:26:46.695" v="515" actId="14100"/>
          <ac:spMkLst>
            <pc:docMk/>
            <pc:sldMk cId="3309791417" sldId="266"/>
            <ac:spMk id="11" creationId="{67D0D622-70B4-61DE-8E6A-BD3A5C4E078D}"/>
          </ac:spMkLst>
        </pc:spChg>
        <pc:spChg chg="add del mod">
          <ac:chgData name="BEYER Robert" userId="1456fddb-0397-408d-a34d-4f487c7c5755" providerId="ADAL" clId="{19578377-FC30-45D2-B279-B985850B4CAB}" dt="2025-09-09T12:28:00.331" v="542" actId="478"/>
          <ac:spMkLst>
            <pc:docMk/>
            <pc:sldMk cId="3309791417" sldId="266"/>
            <ac:spMk id="12" creationId="{DE06AC91-E222-2801-44DA-E09924BE31C1}"/>
          </ac:spMkLst>
        </pc:spChg>
        <pc:spChg chg="mod">
          <ac:chgData name="BEYER Robert" userId="1456fddb-0397-408d-a34d-4f487c7c5755" providerId="ADAL" clId="{19578377-FC30-45D2-B279-B985850B4CAB}" dt="2025-09-09T12:49:51.192" v="1402" actId="20577"/>
          <ac:spMkLst>
            <pc:docMk/>
            <pc:sldMk cId="3309791417" sldId="266"/>
            <ac:spMk id="13" creationId="{F0B9BBFC-3BCD-CC80-51EC-273EA01C2F81}"/>
          </ac:spMkLst>
        </pc:spChg>
        <pc:spChg chg="mod">
          <ac:chgData name="BEYER Robert" userId="1456fddb-0397-408d-a34d-4f487c7c5755" providerId="ADAL" clId="{19578377-FC30-45D2-B279-B985850B4CAB}" dt="2025-09-09T12:49:52.984" v="1403" actId="20577"/>
          <ac:spMkLst>
            <pc:docMk/>
            <pc:sldMk cId="3309791417" sldId="266"/>
            <ac:spMk id="14" creationId="{06F44DA6-45E6-7303-E765-6F8DDBBACF93}"/>
          </ac:spMkLst>
        </pc:spChg>
        <pc:spChg chg="mod">
          <ac:chgData name="BEYER Robert" userId="1456fddb-0397-408d-a34d-4f487c7c5755" providerId="ADAL" clId="{19578377-FC30-45D2-B279-B985850B4CAB}" dt="2025-09-09T12:49:54.972" v="1404" actId="20577"/>
          <ac:spMkLst>
            <pc:docMk/>
            <pc:sldMk cId="3309791417" sldId="266"/>
            <ac:spMk id="15" creationId="{E71DC460-4B59-7C68-CF5B-2F450B53F7F5}"/>
          </ac:spMkLst>
        </pc:spChg>
        <pc:spChg chg="add mod">
          <ac:chgData name="BEYER Robert" userId="1456fddb-0397-408d-a34d-4f487c7c5755" providerId="ADAL" clId="{19578377-FC30-45D2-B279-B985850B4CAB}" dt="2025-09-09T12:30:09.439" v="596" actId="14100"/>
          <ac:spMkLst>
            <pc:docMk/>
            <pc:sldMk cId="3309791417" sldId="266"/>
            <ac:spMk id="17" creationId="{89782EDE-94E3-AA0D-9910-5C68C4782625}"/>
          </ac:spMkLst>
        </pc:spChg>
        <pc:spChg chg="del">
          <ac:chgData name="BEYER Robert" userId="1456fddb-0397-408d-a34d-4f487c7c5755" providerId="ADAL" clId="{19578377-FC30-45D2-B279-B985850B4CAB}" dt="2025-09-09T12:06:12.756" v="28" actId="478"/>
          <ac:spMkLst>
            <pc:docMk/>
            <pc:sldMk cId="3309791417" sldId="266"/>
            <ac:spMk id="52" creationId="{54FB9D84-4197-C027-860C-EE5F2DF25A9D}"/>
          </ac:spMkLst>
        </pc:spChg>
        <pc:picChg chg="add mod">
          <ac:chgData name="BEYER Robert" userId="1456fddb-0397-408d-a34d-4f487c7c5755" providerId="ADAL" clId="{19578377-FC30-45D2-B279-B985850B4CAB}" dt="2025-09-09T12:06:10.354" v="27"/>
          <ac:picMkLst>
            <pc:docMk/>
            <pc:sldMk cId="3309791417" sldId="266"/>
            <ac:picMk id="2" creationId="{70B7E099-CF77-A04F-F628-D89AAD4F3852}"/>
          </ac:picMkLst>
        </pc:picChg>
        <pc:picChg chg="mod">
          <ac:chgData name="BEYER Robert" userId="1456fddb-0397-408d-a34d-4f487c7c5755" providerId="ADAL" clId="{19578377-FC30-45D2-B279-B985850B4CAB}" dt="2025-09-09T12:47:09.685" v="1329" actId="14100"/>
          <ac:picMkLst>
            <pc:docMk/>
            <pc:sldMk cId="3309791417" sldId="266"/>
            <ac:picMk id="10" creationId="{AF159FC8-5A3F-8AFE-1115-6D90EED4E265}"/>
          </ac:picMkLst>
        </pc:picChg>
      </pc:sldChg>
      <pc:sldChg chg="addSp delSp modSp mod">
        <pc:chgData name="BEYER Robert" userId="1456fddb-0397-408d-a34d-4f487c7c5755" providerId="ADAL" clId="{19578377-FC30-45D2-B279-B985850B4CAB}" dt="2025-09-09T13:56:01.168" v="2894" actId="20577"/>
        <pc:sldMkLst>
          <pc:docMk/>
          <pc:sldMk cId="531247556" sldId="271"/>
        </pc:sldMkLst>
        <pc:spChg chg="add mod">
          <ac:chgData name="BEYER Robert" userId="1456fddb-0397-408d-a34d-4f487c7c5755" providerId="ADAL" clId="{19578377-FC30-45D2-B279-B985850B4CAB}" dt="2025-09-09T13:04:03.075" v="1443" actId="1036"/>
          <ac:spMkLst>
            <pc:docMk/>
            <pc:sldMk cId="531247556" sldId="271"/>
            <ac:spMk id="2" creationId="{F092119C-D8C0-1EF9-5FBB-741591B87D6B}"/>
          </ac:spMkLst>
        </pc:spChg>
        <pc:spChg chg="del">
          <ac:chgData name="BEYER Robert" userId="1456fddb-0397-408d-a34d-4f487c7c5755" providerId="ADAL" clId="{19578377-FC30-45D2-B279-B985850B4CAB}" dt="2025-09-09T12:40:19.106" v="957" actId="478"/>
          <ac:spMkLst>
            <pc:docMk/>
            <pc:sldMk cId="531247556" sldId="271"/>
            <ac:spMk id="3" creationId="{06908FC2-C4ED-8C48-9FED-BBBE776E94B4}"/>
          </ac:spMkLst>
        </pc:spChg>
        <pc:spChg chg="add del mod">
          <ac:chgData name="BEYER Robert" userId="1456fddb-0397-408d-a34d-4f487c7c5755" providerId="ADAL" clId="{19578377-FC30-45D2-B279-B985850B4CAB}" dt="2025-09-09T12:45:48.118" v="1327" actId="478"/>
          <ac:spMkLst>
            <pc:docMk/>
            <pc:sldMk cId="531247556" sldId="271"/>
            <ac:spMk id="5" creationId="{ACAE5890-78C7-923E-0A5D-D04EF10167B4}"/>
          </ac:spMkLst>
        </pc:spChg>
        <pc:spChg chg="add del mod">
          <ac:chgData name="BEYER Robert" userId="1456fddb-0397-408d-a34d-4f487c7c5755" providerId="ADAL" clId="{19578377-FC30-45D2-B279-B985850B4CAB}" dt="2025-09-09T13:06:59.185" v="1446" actId="478"/>
          <ac:spMkLst>
            <pc:docMk/>
            <pc:sldMk cId="531247556" sldId="271"/>
            <ac:spMk id="6" creationId="{1BEC1C18-CF67-4E43-8AC7-291E840F5BFB}"/>
          </ac:spMkLst>
        </pc:spChg>
        <pc:spChg chg="add mod">
          <ac:chgData name="BEYER Robert" userId="1456fddb-0397-408d-a34d-4f487c7c5755" providerId="ADAL" clId="{19578377-FC30-45D2-B279-B985850B4CAB}" dt="2025-09-09T13:56:01.168" v="2894" actId="20577"/>
          <ac:spMkLst>
            <pc:docMk/>
            <pc:sldMk cId="531247556" sldId="271"/>
            <ac:spMk id="7" creationId="{E18640F5-06C3-D202-498E-2712DC778AC5}"/>
          </ac:spMkLst>
        </pc:spChg>
        <pc:spChg chg="del">
          <ac:chgData name="BEYER Robert" userId="1456fddb-0397-408d-a34d-4f487c7c5755" providerId="ADAL" clId="{19578377-FC30-45D2-B279-B985850B4CAB}" dt="2025-09-09T11:53:14.796" v="0" actId="478"/>
          <ac:spMkLst>
            <pc:docMk/>
            <pc:sldMk cId="531247556" sldId="271"/>
            <ac:spMk id="8" creationId="{EAA8A237-24A7-8B5C-E722-F2FCC1089641}"/>
          </ac:spMkLst>
        </pc:spChg>
        <pc:spChg chg="del">
          <ac:chgData name="BEYER Robert" userId="1456fddb-0397-408d-a34d-4f487c7c5755" providerId="ADAL" clId="{19578377-FC30-45D2-B279-B985850B4CAB}" dt="2025-09-09T12:06:24.695" v="33" actId="478"/>
          <ac:spMkLst>
            <pc:docMk/>
            <pc:sldMk cId="531247556" sldId="271"/>
            <ac:spMk id="9" creationId="{43AB0E3A-8419-D850-44C5-57EBCE5B0CB9}"/>
          </ac:spMkLst>
        </pc:spChg>
        <pc:picChg chg="add mod">
          <ac:chgData name="BEYER Robert" userId="1456fddb-0397-408d-a34d-4f487c7c5755" providerId="ADAL" clId="{19578377-FC30-45D2-B279-B985850B4CAB}" dt="2025-09-09T12:06:25.326" v="34"/>
          <ac:picMkLst>
            <pc:docMk/>
            <pc:sldMk cId="531247556" sldId="271"/>
            <ac:picMk id="4" creationId="{A3A98F03-F3FB-2593-D8E9-0BC37ED8C8C9}"/>
          </ac:picMkLst>
        </pc:picChg>
        <pc:picChg chg="mod">
          <ac:chgData name="BEYER Robert" userId="1456fddb-0397-408d-a34d-4f487c7c5755" providerId="ADAL" clId="{19578377-FC30-45D2-B279-B985850B4CAB}" dt="2025-09-09T13:50:22.476" v="2780" actId="1076"/>
          <ac:picMkLst>
            <pc:docMk/>
            <pc:sldMk cId="531247556" sldId="271"/>
            <ac:picMk id="16" creationId="{64185C1B-87A6-CD6A-D701-5CFC217BE997}"/>
          </ac:picMkLst>
        </pc:picChg>
      </pc:sldChg>
      <pc:sldChg chg="addSp delSp modSp mod">
        <pc:chgData name="BEYER Robert" userId="1456fddb-0397-408d-a34d-4f487c7c5755" providerId="ADAL" clId="{19578377-FC30-45D2-B279-B985850B4CAB}" dt="2025-09-10T12:16:54.251" v="3152" actId="14100"/>
        <pc:sldMkLst>
          <pc:docMk/>
          <pc:sldMk cId="3551493834" sldId="273"/>
        </pc:sldMkLst>
        <pc:spChg chg="add mod">
          <ac:chgData name="BEYER Robert" userId="1456fddb-0397-408d-a34d-4f487c7c5755" providerId="ADAL" clId="{19578377-FC30-45D2-B279-B985850B4CAB}" dt="2025-09-10T12:16:29.941" v="3143" actId="14100"/>
          <ac:spMkLst>
            <pc:docMk/>
            <pc:sldMk cId="3551493834" sldId="273"/>
            <ac:spMk id="2" creationId="{54326EC6-4E77-3BB6-9A18-70A97ADBED88}"/>
          </ac:spMkLst>
        </pc:spChg>
        <pc:spChg chg="add mod">
          <ac:chgData name="BEYER Robert" userId="1456fddb-0397-408d-a34d-4f487c7c5755" providerId="ADAL" clId="{19578377-FC30-45D2-B279-B985850B4CAB}" dt="2025-09-09T12:10:34.487" v="130"/>
          <ac:spMkLst>
            <pc:docMk/>
            <pc:sldMk cId="3551493834" sldId="273"/>
            <ac:spMk id="5" creationId="{4A79F69B-B195-FAD4-E989-622AB0833CC4}"/>
          </ac:spMkLst>
        </pc:spChg>
        <pc:spChg chg="add mod">
          <ac:chgData name="BEYER Robert" userId="1456fddb-0397-408d-a34d-4f487c7c5755" providerId="ADAL" clId="{19578377-FC30-45D2-B279-B985850B4CAB}" dt="2025-09-10T10:15:03.642" v="2947" actId="20577"/>
          <ac:spMkLst>
            <pc:docMk/>
            <pc:sldMk cId="3551493834" sldId="273"/>
            <ac:spMk id="6" creationId="{8F3A65C7-AF23-2CD3-32AB-4F11F2576964}"/>
          </ac:spMkLst>
        </pc:spChg>
        <pc:spChg chg="add mod">
          <ac:chgData name="BEYER Robert" userId="1456fddb-0397-408d-a34d-4f487c7c5755" providerId="ADAL" clId="{19578377-FC30-45D2-B279-B985850B4CAB}" dt="2025-09-10T12:16:54.251" v="3152" actId="14100"/>
          <ac:spMkLst>
            <pc:docMk/>
            <pc:sldMk cId="3551493834" sldId="273"/>
            <ac:spMk id="7" creationId="{DDAEB095-9C87-ACBB-5E23-6AF33DE4E261}"/>
          </ac:spMkLst>
        </pc:spChg>
        <pc:spChg chg="mod">
          <ac:chgData name="BEYER Robert" userId="1456fddb-0397-408d-a34d-4f487c7c5755" providerId="ADAL" clId="{19578377-FC30-45D2-B279-B985850B4CAB}" dt="2025-09-09T13:06:36.384" v="1444" actId="6549"/>
          <ac:spMkLst>
            <pc:docMk/>
            <pc:sldMk cId="3551493834" sldId="273"/>
            <ac:spMk id="8" creationId="{F7FC33F5-48D8-BD43-D94A-C76E9DB2D12E}"/>
          </ac:spMkLst>
        </pc:spChg>
        <pc:spChg chg="del">
          <ac:chgData name="BEYER Robert" userId="1456fddb-0397-408d-a34d-4f487c7c5755" providerId="ADAL" clId="{19578377-FC30-45D2-B279-B985850B4CAB}" dt="2025-09-09T12:10:33.904" v="129" actId="478"/>
          <ac:spMkLst>
            <pc:docMk/>
            <pc:sldMk cId="3551493834" sldId="273"/>
            <ac:spMk id="9" creationId="{29F389D9-0216-C67B-BF7C-0F31A705E473}"/>
          </ac:spMkLst>
        </pc:spChg>
        <pc:spChg chg="add mod">
          <ac:chgData name="BEYER Robert" userId="1456fddb-0397-408d-a34d-4f487c7c5755" providerId="ADAL" clId="{19578377-FC30-45D2-B279-B985850B4CAB}" dt="2025-09-10T12:14:16.733" v="3001" actId="1035"/>
          <ac:spMkLst>
            <pc:docMk/>
            <pc:sldMk cId="3551493834" sldId="273"/>
            <ac:spMk id="9" creationId="{350B8F2F-FEC1-CFF5-8118-252B9A2B620C}"/>
          </ac:spMkLst>
        </pc:spChg>
        <pc:spChg chg="add mod">
          <ac:chgData name="BEYER Robert" userId="1456fddb-0397-408d-a34d-4f487c7c5755" providerId="ADAL" clId="{19578377-FC30-45D2-B279-B985850B4CAB}" dt="2025-09-10T12:16:24.130" v="3140" actId="1037"/>
          <ac:spMkLst>
            <pc:docMk/>
            <pc:sldMk cId="3551493834" sldId="273"/>
            <ac:spMk id="10" creationId="{B40A55E3-0618-D4E1-5665-8C905CBB4DA3}"/>
          </ac:spMkLst>
        </pc:spChg>
        <pc:spChg chg="add mod">
          <ac:chgData name="BEYER Robert" userId="1456fddb-0397-408d-a34d-4f487c7c5755" providerId="ADAL" clId="{19578377-FC30-45D2-B279-B985850B4CAB}" dt="2025-09-09T13:56:57.482" v="2898" actId="14100"/>
          <ac:spMkLst>
            <pc:docMk/>
            <pc:sldMk cId="3551493834" sldId="273"/>
            <ac:spMk id="11" creationId="{FA84A93A-9590-7037-BBF8-ED0A679110B2}"/>
          </ac:spMkLst>
        </pc:spChg>
        <pc:spChg chg="add mod">
          <ac:chgData name="BEYER Robert" userId="1456fddb-0397-408d-a34d-4f487c7c5755" providerId="ADAL" clId="{19578377-FC30-45D2-B279-B985850B4CAB}" dt="2025-09-10T12:15:07.790" v="3030" actId="1038"/>
          <ac:spMkLst>
            <pc:docMk/>
            <pc:sldMk cId="3551493834" sldId="273"/>
            <ac:spMk id="13" creationId="{A898A8D0-3CD5-8AB1-4C42-E4D83025E199}"/>
          </ac:spMkLst>
        </pc:spChg>
        <pc:spChg chg="add mod">
          <ac:chgData name="BEYER Robert" userId="1456fddb-0397-408d-a34d-4f487c7c5755" providerId="ADAL" clId="{19578377-FC30-45D2-B279-B985850B4CAB}" dt="2025-09-10T12:15:57.503" v="3076" actId="14100"/>
          <ac:spMkLst>
            <pc:docMk/>
            <pc:sldMk cId="3551493834" sldId="273"/>
            <ac:spMk id="14" creationId="{7031A885-CBE7-DA05-C9FE-CE2BB09A18EF}"/>
          </ac:spMkLst>
        </pc:spChg>
        <pc:spChg chg="add mod">
          <ac:chgData name="BEYER Robert" userId="1456fddb-0397-408d-a34d-4f487c7c5755" providerId="ADAL" clId="{19578377-FC30-45D2-B279-B985850B4CAB}" dt="2025-09-10T12:13:56.258" v="2989" actId="14100"/>
          <ac:spMkLst>
            <pc:docMk/>
            <pc:sldMk cId="3551493834" sldId="273"/>
            <ac:spMk id="15" creationId="{0B95B221-1B01-5191-3932-E2BC8BCC89C3}"/>
          </ac:spMkLst>
        </pc:spChg>
        <pc:spChg chg="add mod">
          <ac:chgData name="BEYER Robert" userId="1456fddb-0397-408d-a34d-4f487c7c5755" providerId="ADAL" clId="{19578377-FC30-45D2-B279-B985850B4CAB}" dt="2025-09-10T12:16:10.645" v="3106" actId="1038"/>
          <ac:spMkLst>
            <pc:docMk/>
            <pc:sldMk cId="3551493834" sldId="273"/>
            <ac:spMk id="16" creationId="{0E5242A4-F0A8-DBF8-39C7-6F34E1D88321}"/>
          </ac:spMkLst>
        </pc:spChg>
        <pc:spChg chg="add mod">
          <ac:chgData name="BEYER Robert" userId="1456fddb-0397-408d-a34d-4f487c7c5755" providerId="ADAL" clId="{19578377-FC30-45D2-B279-B985850B4CAB}" dt="2025-09-10T12:16:19.023" v="3121" actId="1036"/>
          <ac:spMkLst>
            <pc:docMk/>
            <pc:sldMk cId="3551493834" sldId="273"/>
            <ac:spMk id="17" creationId="{CBFAF5E0-FDCC-3296-BF84-FA62F5099E1F}"/>
          </ac:spMkLst>
        </pc:spChg>
        <pc:picChg chg="add del mod">
          <ac:chgData name="BEYER Robert" userId="1456fddb-0397-408d-a34d-4f487c7c5755" providerId="ADAL" clId="{19578377-FC30-45D2-B279-B985850B4CAB}" dt="2025-09-09T12:06:05.378" v="23" actId="478"/>
          <ac:picMkLst>
            <pc:docMk/>
            <pc:sldMk cId="3551493834" sldId="273"/>
            <ac:picMk id="2" creationId="{F3F1A12D-F1D3-58BF-839A-1B2BD1CDAD6E}"/>
          </ac:picMkLst>
        </pc:picChg>
        <pc:picChg chg="add mod">
          <ac:chgData name="BEYER Robert" userId="1456fddb-0397-408d-a34d-4f487c7c5755" providerId="ADAL" clId="{19578377-FC30-45D2-B279-B985850B4CAB}" dt="2025-09-09T12:06:05.990" v="24"/>
          <ac:picMkLst>
            <pc:docMk/>
            <pc:sldMk cId="3551493834" sldId="273"/>
            <ac:picMk id="4" creationId="{9C28E52C-0501-7070-6FB1-E8C5108A2830}"/>
          </ac:picMkLst>
        </pc:picChg>
        <pc:picChg chg="mod">
          <ac:chgData name="BEYER Robert" userId="1456fddb-0397-408d-a34d-4f487c7c5755" providerId="ADAL" clId="{19578377-FC30-45D2-B279-B985850B4CAB}" dt="2025-09-09T13:46:10.977" v="2300" actId="1076"/>
          <ac:picMkLst>
            <pc:docMk/>
            <pc:sldMk cId="3551493834" sldId="273"/>
            <ac:picMk id="12" creationId="{5C5B6591-4831-B52D-C399-078EC34FF09B}"/>
          </ac:picMkLst>
        </pc:picChg>
        <pc:picChg chg="mod">
          <ac:chgData name="BEYER Robert" userId="1456fddb-0397-408d-a34d-4f487c7c5755" providerId="ADAL" clId="{19578377-FC30-45D2-B279-B985850B4CAB}" dt="2025-09-10T12:16:09.287" v="3103" actId="1037"/>
          <ac:picMkLst>
            <pc:docMk/>
            <pc:sldMk cId="3551493834" sldId="273"/>
            <ac:picMk id="18" creationId="{92D58D1A-FCB9-334C-0747-B333E6D2E237}"/>
          </ac:picMkLst>
        </pc:picChg>
      </pc:sldChg>
      <pc:sldChg chg="delSp add del mod">
        <pc:chgData name="BEYER Robert" userId="1456fddb-0397-408d-a34d-4f487c7c5755" providerId="ADAL" clId="{19578377-FC30-45D2-B279-B985850B4CAB}" dt="2025-09-10T12:19:03.924" v="3160" actId="47"/>
        <pc:sldMkLst>
          <pc:docMk/>
          <pc:sldMk cId="1657483509" sldId="274"/>
        </pc:sldMkLst>
        <pc:spChg chg="del">
          <ac:chgData name="BEYER Robert" userId="1456fddb-0397-408d-a34d-4f487c7c5755" providerId="ADAL" clId="{19578377-FC30-45D2-B279-B985850B4CAB}" dt="2025-09-10T12:18:35.743" v="3155" actId="478"/>
          <ac:spMkLst>
            <pc:docMk/>
            <pc:sldMk cId="1657483509" sldId="274"/>
            <ac:spMk id="6" creationId="{C6DA15C2-7683-575C-5529-7A1BB9B41534}"/>
          </ac:spMkLst>
        </pc:spChg>
        <pc:spChg chg="del">
          <ac:chgData name="BEYER Robert" userId="1456fddb-0397-408d-a34d-4f487c7c5755" providerId="ADAL" clId="{19578377-FC30-45D2-B279-B985850B4CAB}" dt="2025-09-10T12:18:37.086" v="3156" actId="478"/>
          <ac:spMkLst>
            <pc:docMk/>
            <pc:sldMk cId="1657483509" sldId="274"/>
            <ac:spMk id="13" creationId="{817E9021-597B-E4C3-480F-D163A93DFA6C}"/>
          </ac:spMkLst>
        </pc:spChg>
        <pc:picChg chg="del">
          <ac:chgData name="BEYER Robert" userId="1456fddb-0397-408d-a34d-4f487c7c5755" providerId="ADAL" clId="{19578377-FC30-45D2-B279-B985850B4CAB}" dt="2025-09-10T12:18:29.489" v="3154" actId="478"/>
          <ac:picMkLst>
            <pc:docMk/>
            <pc:sldMk cId="1657483509" sldId="274"/>
            <ac:picMk id="4" creationId="{1454F238-B212-BE8C-A18B-0CCEF4957529}"/>
          </ac:picMkLst>
        </pc:picChg>
        <pc:picChg chg="del">
          <ac:chgData name="BEYER Robert" userId="1456fddb-0397-408d-a34d-4f487c7c5755" providerId="ADAL" clId="{19578377-FC30-45D2-B279-B985850B4CAB}" dt="2025-09-10T12:18:57.162" v="3158" actId="21"/>
          <ac:picMkLst>
            <pc:docMk/>
            <pc:sldMk cId="1657483509" sldId="274"/>
            <ac:picMk id="5" creationId="{C0ED94FA-0DED-B3A3-09EC-4606A9F534F9}"/>
          </ac:picMkLst>
        </pc:picChg>
      </pc:sldChg>
      <pc:sldChg chg="addSp modSp new del mod">
        <pc:chgData name="BEYER Robert" userId="1456fddb-0397-408d-a34d-4f487c7c5755" providerId="ADAL" clId="{19578377-FC30-45D2-B279-B985850B4CAB}" dt="2025-09-10T12:25:38.469" v="3457" actId="47"/>
        <pc:sldMkLst>
          <pc:docMk/>
          <pc:sldMk cId="3932236464" sldId="275"/>
        </pc:sldMkLst>
        <pc:spChg chg="mod">
          <ac:chgData name="BEYER Robert" userId="1456fddb-0397-408d-a34d-4f487c7c5755" providerId="ADAL" clId="{19578377-FC30-45D2-B279-B985850B4CAB}" dt="2025-09-10T12:24:08.260" v="3443" actId="1036"/>
          <ac:spMkLst>
            <pc:docMk/>
            <pc:sldMk cId="3932236464" sldId="275"/>
            <ac:spMk id="2" creationId="{8F018F21-3C44-DCD8-F9FD-A877B8BE6C99}"/>
          </ac:spMkLst>
        </pc:spChg>
        <pc:spChg chg="mod">
          <ac:chgData name="BEYER Robert" userId="1456fddb-0397-408d-a34d-4f487c7c5755" providerId="ADAL" clId="{19578377-FC30-45D2-B279-B985850B4CAB}" dt="2025-09-10T12:24:08.260" v="3443" actId="1036"/>
          <ac:spMkLst>
            <pc:docMk/>
            <pc:sldMk cId="3932236464" sldId="275"/>
            <ac:spMk id="3" creationId="{E58A8CF0-9FB6-7C1A-0342-9BCCEA2776D3}"/>
          </ac:spMkLst>
        </pc:spChg>
        <pc:spChg chg="add mod">
          <ac:chgData name="BEYER Robert" userId="1456fddb-0397-408d-a34d-4f487c7c5755" providerId="ADAL" clId="{19578377-FC30-45D2-B279-B985850B4CAB}" dt="2025-09-10T12:24:03.765" v="3432" actId="20577"/>
          <ac:spMkLst>
            <pc:docMk/>
            <pc:sldMk cId="3932236464" sldId="275"/>
            <ac:spMk id="4" creationId="{BBF96B2A-E116-5B1D-F210-8E227B1623FF}"/>
          </ac:spMkLst>
        </pc:spChg>
        <pc:picChg chg="add mod">
          <ac:chgData name="BEYER Robert" userId="1456fddb-0397-408d-a34d-4f487c7c5755" providerId="ADAL" clId="{19578377-FC30-45D2-B279-B985850B4CAB}" dt="2025-09-10T12:19:00.294" v="3159"/>
          <ac:picMkLst>
            <pc:docMk/>
            <pc:sldMk cId="3932236464" sldId="275"/>
            <ac:picMk id="5" creationId="{C0ED94FA-0DED-B3A3-09EC-4606A9F534F9}"/>
          </ac:picMkLst>
        </pc:picChg>
      </pc:sldChg>
      <pc:sldChg chg="addSp delSp modSp add mod setBg">
        <pc:chgData name="BEYER Robert" userId="1456fddb-0397-408d-a34d-4f487c7c5755" providerId="ADAL" clId="{19578377-FC30-45D2-B279-B985850B4CAB}" dt="2025-09-10T12:30:54.724" v="3579" actId="1036"/>
        <pc:sldMkLst>
          <pc:docMk/>
          <pc:sldMk cId="3677371546" sldId="276"/>
        </pc:sldMkLst>
        <pc:spChg chg="del mod">
          <ac:chgData name="BEYER Robert" userId="1456fddb-0397-408d-a34d-4f487c7c5755" providerId="ADAL" clId="{19578377-FC30-45D2-B279-B985850B4CAB}" dt="2025-09-10T12:25:20.190" v="3450" actId="478"/>
          <ac:spMkLst>
            <pc:docMk/>
            <pc:sldMk cId="3677371546" sldId="276"/>
            <ac:spMk id="2" creationId="{1F487FFC-85BF-114C-9E60-C413B4079B49}"/>
          </ac:spMkLst>
        </pc:spChg>
        <pc:spChg chg="del">
          <ac:chgData name="BEYER Robert" userId="1456fddb-0397-408d-a34d-4f487c7c5755" providerId="ADAL" clId="{19578377-FC30-45D2-B279-B985850B4CAB}" dt="2025-09-10T12:25:20.894" v="3451" actId="478"/>
          <ac:spMkLst>
            <pc:docMk/>
            <pc:sldMk cId="3677371546" sldId="276"/>
            <ac:spMk id="3" creationId="{2BE272B2-A689-3649-957A-F3DCD54BDE4A}"/>
          </ac:spMkLst>
        </pc:spChg>
        <pc:spChg chg="add mod">
          <ac:chgData name="BEYER Robert" userId="1456fddb-0397-408d-a34d-4f487c7c5755" providerId="ADAL" clId="{19578377-FC30-45D2-B279-B985850B4CAB}" dt="2025-09-10T12:30:54.724" v="3579" actId="1036"/>
          <ac:spMkLst>
            <pc:docMk/>
            <pc:sldMk cId="3677371546" sldId="276"/>
            <ac:spMk id="4" creationId="{F41D668B-AA67-6435-C863-4CB0BFBC32C4}"/>
          </ac:spMkLst>
        </pc:spChg>
        <pc:spChg chg="del">
          <ac:chgData name="BEYER Robert" userId="1456fddb-0397-408d-a34d-4f487c7c5755" providerId="ADAL" clId="{19578377-FC30-45D2-B279-B985850B4CAB}" dt="2025-09-10T12:25:22.883" v="3453" actId="478"/>
          <ac:spMkLst>
            <pc:docMk/>
            <pc:sldMk cId="3677371546" sldId="276"/>
            <ac:spMk id="5" creationId="{929676A2-3D43-B64B-8EFA-45DE1740D286}"/>
          </ac:spMkLst>
        </pc:spChg>
        <pc:spChg chg="add mod">
          <ac:chgData name="BEYER Robert" userId="1456fddb-0397-408d-a34d-4f487c7c5755" providerId="ADAL" clId="{19578377-FC30-45D2-B279-B985850B4CAB}" dt="2025-09-10T12:30:54.724" v="3579" actId="1036"/>
          <ac:spMkLst>
            <pc:docMk/>
            <pc:sldMk cId="3677371546" sldId="276"/>
            <ac:spMk id="6" creationId="{35446995-FF73-38F5-8623-32F48E47A201}"/>
          </ac:spMkLst>
        </pc:spChg>
        <pc:spChg chg="add mod">
          <ac:chgData name="BEYER Robert" userId="1456fddb-0397-408d-a34d-4f487c7c5755" providerId="ADAL" clId="{19578377-FC30-45D2-B279-B985850B4CAB}" dt="2025-09-10T12:30:51.845" v="3575" actId="1036"/>
          <ac:spMkLst>
            <pc:docMk/>
            <pc:sldMk cId="3677371546" sldId="276"/>
            <ac:spMk id="7" creationId="{5726DB5C-BCFB-976B-6166-1165159F4690}"/>
          </ac:spMkLst>
        </pc:spChg>
        <pc:spChg chg="add mod">
          <ac:chgData name="BEYER Robert" userId="1456fddb-0397-408d-a34d-4f487c7c5755" providerId="ADAL" clId="{19578377-FC30-45D2-B279-B985850B4CAB}" dt="2025-09-10T12:27:42.197" v="3532" actId="692"/>
          <ac:spMkLst>
            <pc:docMk/>
            <pc:sldMk cId="3677371546" sldId="276"/>
            <ac:spMk id="9" creationId="{491FD16F-774E-DF3C-F6E6-6BA6A0EFC4EC}"/>
          </ac:spMkLst>
        </pc:spChg>
        <pc:picChg chg="add mod">
          <ac:chgData name="BEYER Robert" userId="1456fddb-0397-408d-a34d-4f487c7c5755" providerId="ADAL" clId="{19578377-FC30-45D2-B279-B985850B4CAB}" dt="2025-09-10T12:25:34.922" v="3456"/>
          <ac:picMkLst>
            <pc:docMk/>
            <pc:sldMk cId="3677371546" sldId="276"/>
            <ac:picMk id="8" creationId="{0ACFB395-38B5-BF78-784E-710137417D27}"/>
          </ac:picMkLst>
        </pc:picChg>
        <pc:picChg chg="del">
          <ac:chgData name="BEYER Robert" userId="1456fddb-0397-408d-a34d-4f487c7c5755" providerId="ADAL" clId="{19578377-FC30-45D2-B279-B985850B4CAB}" dt="2025-09-10T12:25:21.959" v="3452" actId="478"/>
          <ac:picMkLst>
            <pc:docMk/>
            <pc:sldMk cId="3677371546" sldId="276"/>
            <ac:picMk id="13" creationId="{5803A7CD-624A-18B0-67C3-2BB9B088BED0}"/>
          </ac:picMkLst>
        </pc:picChg>
      </pc:sldChg>
    </pc:docChg>
  </pc:docChgLst>
  <pc:docChgLst>
    <pc:chgData name="REYES Kenneth Anthony Luigi" userId="441d21f1-49d5-449d-b8bc-5e55c0334d0d" providerId="ADAL" clId="{2931612F-604E-3F4B-A626-1DE509E9FF81}"/>
    <pc:docChg chg="undo custSel addSld modSld sldOrd">
      <pc:chgData name="REYES Kenneth Anthony Luigi" userId="441d21f1-49d5-449d-b8bc-5e55c0334d0d" providerId="ADAL" clId="{2931612F-604E-3F4B-A626-1DE509E9FF81}" dt="2025-08-13T11:58:03.521" v="421" actId="167"/>
      <pc:docMkLst>
        <pc:docMk/>
      </pc:docMkLst>
      <pc:sldChg chg="addSp delSp modSp mod">
        <pc:chgData name="REYES Kenneth Anthony Luigi" userId="441d21f1-49d5-449d-b8bc-5e55c0334d0d" providerId="ADAL" clId="{2931612F-604E-3F4B-A626-1DE509E9FF81}" dt="2025-08-13T11:57:01.314" v="406" actId="2711"/>
        <pc:sldMkLst>
          <pc:docMk/>
          <pc:sldMk cId="119902811" sldId="257"/>
        </pc:sldMkLst>
        <pc:spChg chg="mod">
          <ac:chgData name="REYES Kenneth Anthony Luigi" userId="441d21f1-49d5-449d-b8bc-5e55c0334d0d" providerId="ADAL" clId="{2931612F-604E-3F4B-A626-1DE509E9FF81}" dt="2025-08-13T11:56:54.619" v="405" actId="2711"/>
          <ac:spMkLst>
            <pc:docMk/>
            <pc:sldMk cId="119902811" sldId="257"/>
            <ac:spMk id="12" creationId="{4985DA7A-A2CE-6458-AC78-306644A15745}"/>
          </ac:spMkLst>
        </pc:spChg>
        <pc:spChg chg="mod">
          <ac:chgData name="REYES Kenneth Anthony Luigi" userId="441d21f1-49d5-449d-b8bc-5e55c0334d0d" providerId="ADAL" clId="{2931612F-604E-3F4B-A626-1DE509E9FF81}" dt="2025-08-13T11:57:01.314" v="406" actId="2711"/>
          <ac:spMkLst>
            <pc:docMk/>
            <pc:sldMk cId="119902811" sldId="257"/>
            <ac:spMk id="13" creationId="{A1195C08-FF40-9870-A32C-3584C57649D5}"/>
          </ac:spMkLst>
        </pc:spChg>
      </pc:sldChg>
      <pc:sldChg chg="mod ord modShow">
        <pc:chgData name="REYES Kenneth Anthony Luigi" userId="441d21f1-49d5-449d-b8bc-5e55c0334d0d" providerId="ADAL" clId="{2931612F-604E-3F4B-A626-1DE509E9FF81}" dt="2025-08-13T10:00:41.479" v="78" actId="729"/>
        <pc:sldMkLst>
          <pc:docMk/>
          <pc:sldMk cId="3058945272" sldId="258"/>
        </pc:sldMkLst>
      </pc:sldChg>
      <pc:sldChg chg="mod ord modShow">
        <pc:chgData name="REYES Kenneth Anthony Luigi" userId="441d21f1-49d5-449d-b8bc-5e55c0334d0d" providerId="ADAL" clId="{2931612F-604E-3F4B-A626-1DE509E9FF81}" dt="2025-08-13T10:00:41.479" v="78" actId="729"/>
        <pc:sldMkLst>
          <pc:docMk/>
          <pc:sldMk cId="2127215116" sldId="259"/>
        </pc:sldMkLst>
      </pc:sldChg>
      <pc:sldChg chg="addSp delSp modSp mod">
        <pc:chgData name="REYES Kenneth Anthony Luigi" userId="441d21f1-49d5-449d-b8bc-5e55c0334d0d" providerId="ADAL" clId="{2931612F-604E-3F4B-A626-1DE509E9FF81}" dt="2025-08-13T11:58:03.521" v="421" actId="167"/>
        <pc:sldMkLst>
          <pc:docMk/>
          <pc:sldMk cId="1336528586" sldId="260"/>
        </pc:sldMkLst>
      </pc:sldChg>
      <pc:sldChg chg="addSp delSp modSp add mod ord modShow">
        <pc:chgData name="REYES Kenneth Anthony Luigi" userId="441d21f1-49d5-449d-b8bc-5e55c0334d0d" providerId="ADAL" clId="{2931612F-604E-3F4B-A626-1DE509E9FF81}" dt="2025-08-13T10:00:41.479" v="78" actId="729"/>
        <pc:sldMkLst>
          <pc:docMk/>
          <pc:sldMk cId="2384202440" sldId="261"/>
        </pc:sldMkLst>
      </pc:sldChg>
      <pc:sldChg chg="addSp delSp modSp add mod">
        <pc:chgData name="REYES Kenneth Anthony Luigi" userId="441d21f1-49d5-449d-b8bc-5e55c0334d0d" providerId="ADAL" clId="{2931612F-604E-3F4B-A626-1DE509E9FF81}" dt="2025-08-13T11:57:11.429" v="409" actId="2711"/>
        <pc:sldMkLst>
          <pc:docMk/>
          <pc:sldMk cId="197822962" sldId="262"/>
        </pc:sldMkLst>
        <pc:spChg chg="mod">
          <ac:chgData name="REYES Kenneth Anthony Luigi" userId="441d21f1-49d5-449d-b8bc-5e55c0334d0d" providerId="ADAL" clId="{2931612F-604E-3F4B-A626-1DE509E9FF81}" dt="2025-08-13T11:57:11.429" v="409" actId="2711"/>
          <ac:spMkLst>
            <pc:docMk/>
            <pc:sldMk cId="197822962" sldId="262"/>
            <ac:spMk id="4" creationId="{4F4E3909-A3AB-221D-3DF3-AD068507F6FB}"/>
          </ac:spMkLst>
        </pc:spChg>
        <pc:spChg chg="add mod">
          <ac:chgData name="REYES Kenneth Anthony Luigi" userId="441d21f1-49d5-449d-b8bc-5e55c0334d0d" providerId="ADAL" clId="{2931612F-604E-3F4B-A626-1DE509E9FF81}" dt="2025-08-13T11:52:26.517" v="382" actId="1076"/>
          <ac:spMkLst>
            <pc:docMk/>
            <pc:sldMk cId="197822962" sldId="262"/>
            <ac:spMk id="7" creationId="{40DA74F8-F5E6-26BD-4545-91171705754C}"/>
          </ac:spMkLst>
        </pc:spChg>
        <pc:spChg chg="add mod">
          <ac:chgData name="REYES Kenneth Anthony Luigi" userId="441d21f1-49d5-449d-b8bc-5e55c0334d0d" providerId="ADAL" clId="{2931612F-604E-3F4B-A626-1DE509E9FF81}" dt="2025-08-13T11:10:06.173" v="221" actId="164"/>
          <ac:spMkLst>
            <pc:docMk/>
            <pc:sldMk cId="197822962" sldId="262"/>
            <ac:spMk id="19" creationId="{E60A7882-E49E-DB67-908B-454F4637EEA2}"/>
          </ac:spMkLst>
        </pc:spChg>
        <pc:spChg chg="add mod">
          <ac:chgData name="REYES Kenneth Anthony Luigi" userId="441d21f1-49d5-449d-b8bc-5e55c0334d0d" providerId="ADAL" clId="{2931612F-604E-3F4B-A626-1DE509E9FF81}" dt="2025-08-13T11:10:06.173" v="221" actId="164"/>
          <ac:spMkLst>
            <pc:docMk/>
            <pc:sldMk cId="197822962" sldId="262"/>
            <ac:spMk id="20" creationId="{FD9E744A-7FE1-74FC-7674-BA4E60959C7E}"/>
          </ac:spMkLst>
        </pc:spChg>
        <pc:spChg chg="add mod">
          <ac:chgData name="REYES Kenneth Anthony Luigi" userId="441d21f1-49d5-449d-b8bc-5e55c0334d0d" providerId="ADAL" clId="{2931612F-604E-3F4B-A626-1DE509E9FF81}" dt="2025-08-13T11:10:06.173" v="221" actId="164"/>
          <ac:spMkLst>
            <pc:docMk/>
            <pc:sldMk cId="197822962" sldId="262"/>
            <ac:spMk id="21" creationId="{2A66559A-AB03-EFE9-2B8C-2FEB82CF943A}"/>
          </ac:spMkLst>
        </pc:spChg>
        <pc:spChg chg="mod">
          <ac:chgData name="REYES Kenneth Anthony Luigi" userId="441d21f1-49d5-449d-b8bc-5e55c0334d0d" providerId="ADAL" clId="{2931612F-604E-3F4B-A626-1DE509E9FF81}" dt="2025-08-13T11:11:05.688" v="228" actId="20577"/>
          <ac:spMkLst>
            <pc:docMk/>
            <pc:sldMk cId="197822962" sldId="262"/>
            <ac:spMk id="33" creationId="{784CF9A0-5C1E-21D5-3EFD-D47A958B78DA}"/>
          </ac:spMkLst>
        </pc:spChg>
        <pc:spChg chg="mod">
          <ac:chgData name="REYES Kenneth Anthony Luigi" userId="441d21f1-49d5-449d-b8bc-5e55c0334d0d" providerId="ADAL" clId="{2931612F-604E-3F4B-A626-1DE509E9FF81}" dt="2025-08-13T11:11:07.909" v="230" actId="20577"/>
          <ac:spMkLst>
            <pc:docMk/>
            <pc:sldMk cId="197822962" sldId="262"/>
            <ac:spMk id="34" creationId="{A9CCA7FC-72E5-447E-2BBF-7EBE0A04A185}"/>
          </ac:spMkLst>
        </pc:spChg>
        <pc:spChg chg="mod">
          <ac:chgData name="REYES Kenneth Anthony Luigi" userId="441d21f1-49d5-449d-b8bc-5e55c0334d0d" providerId="ADAL" clId="{2931612F-604E-3F4B-A626-1DE509E9FF81}" dt="2025-08-13T11:11:14.967" v="232" actId="20577"/>
          <ac:spMkLst>
            <pc:docMk/>
            <pc:sldMk cId="197822962" sldId="262"/>
            <ac:spMk id="35" creationId="{1BA484C4-BC09-C95A-6B8B-C48FA1202C30}"/>
          </ac:spMkLst>
        </pc:spChg>
        <pc:spChg chg="mod">
          <ac:chgData name="REYES Kenneth Anthony Luigi" userId="441d21f1-49d5-449d-b8bc-5e55c0334d0d" providerId="ADAL" clId="{2931612F-604E-3F4B-A626-1DE509E9FF81}" dt="2025-08-13T11:12:07.805" v="246" actId="20577"/>
          <ac:spMkLst>
            <pc:docMk/>
            <pc:sldMk cId="197822962" sldId="262"/>
            <ac:spMk id="40" creationId="{181B0306-AD2C-A604-429B-7568A0AB0659}"/>
          </ac:spMkLst>
        </pc:spChg>
        <pc:spChg chg="mod">
          <ac:chgData name="REYES Kenneth Anthony Luigi" userId="441d21f1-49d5-449d-b8bc-5e55c0334d0d" providerId="ADAL" clId="{2931612F-604E-3F4B-A626-1DE509E9FF81}" dt="2025-08-13T11:12:16.671" v="252" actId="20577"/>
          <ac:spMkLst>
            <pc:docMk/>
            <pc:sldMk cId="197822962" sldId="262"/>
            <ac:spMk id="41" creationId="{9800A5A6-2ADF-3830-53B5-E549523A2DBD}"/>
          </ac:spMkLst>
        </pc:spChg>
        <pc:spChg chg="mod">
          <ac:chgData name="REYES Kenneth Anthony Luigi" userId="441d21f1-49d5-449d-b8bc-5e55c0334d0d" providerId="ADAL" clId="{2931612F-604E-3F4B-A626-1DE509E9FF81}" dt="2025-08-13T11:11:57.873" v="239" actId="14100"/>
          <ac:spMkLst>
            <pc:docMk/>
            <pc:sldMk cId="197822962" sldId="262"/>
            <ac:spMk id="42" creationId="{6F74D986-8406-BB13-A2B5-D23728D46850}"/>
          </ac:spMkLst>
        </pc:spChg>
        <pc:spChg chg="mod">
          <ac:chgData name="REYES Kenneth Anthony Luigi" userId="441d21f1-49d5-449d-b8bc-5e55c0334d0d" providerId="ADAL" clId="{2931612F-604E-3F4B-A626-1DE509E9FF81}" dt="2025-08-13T11:13:05.531" v="263" actId="20577"/>
          <ac:spMkLst>
            <pc:docMk/>
            <pc:sldMk cId="197822962" sldId="262"/>
            <ac:spMk id="47" creationId="{1A2D3CCF-2504-D8C7-E6DF-C0D0F5B3BE46}"/>
          </ac:spMkLst>
        </pc:spChg>
        <pc:spChg chg="mod">
          <ac:chgData name="REYES Kenneth Anthony Luigi" userId="441d21f1-49d5-449d-b8bc-5e55c0334d0d" providerId="ADAL" clId="{2931612F-604E-3F4B-A626-1DE509E9FF81}" dt="2025-08-13T11:12:57.716" v="258" actId="20577"/>
          <ac:spMkLst>
            <pc:docMk/>
            <pc:sldMk cId="197822962" sldId="262"/>
            <ac:spMk id="48" creationId="{9E5AF375-18A7-6BAA-AD8C-0BF0EF592D19}"/>
          </ac:spMkLst>
        </pc:spChg>
        <pc:spChg chg="mod">
          <ac:chgData name="REYES Kenneth Anthony Luigi" userId="441d21f1-49d5-449d-b8bc-5e55c0334d0d" providerId="ADAL" clId="{2931612F-604E-3F4B-A626-1DE509E9FF81}" dt="2025-08-13T11:12:47.971" v="255" actId="20577"/>
          <ac:spMkLst>
            <pc:docMk/>
            <pc:sldMk cId="197822962" sldId="262"/>
            <ac:spMk id="49" creationId="{9BAF434B-398D-C50C-932F-83FD74C3A6C1}"/>
          </ac:spMkLst>
        </pc:spChg>
        <pc:grpChg chg="add mod">
          <ac:chgData name="REYES Kenneth Anthony Luigi" userId="441d21f1-49d5-449d-b8bc-5e55c0334d0d" providerId="ADAL" clId="{2931612F-604E-3F4B-A626-1DE509E9FF81}" dt="2025-08-13T11:51:22.147" v="322" actId="1035"/>
          <ac:grpSpMkLst>
            <pc:docMk/>
            <pc:sldMk cId="197822962" sldId="262"/>
            <ac:grpSpMk id="28" creationId="{3962482C-0475-9CD0-0A8A-F3C37416DF27}"/>
          </ac:grpSpMkLst>
        </pc:grpChg>
        <pc:grpChg chg="add mod">
          <ac:chgData name="REYES Kenneth Anthony Luigi" userId="441d21f1-49d5-449d-b8bc-5e55c0334d0d" providerId="ADAL" clId="{2931612F-604E-3F4B-A626-1DE509E9FF81}" dt="2025-08-13T11:51:51.554" v="336" actId="1038"/>
          <ac:grpSpMkLst>
            <pc:docMk/>
            <pc:sldMk cId="197822962" sldId="262"/>
            <ac:grpSpMk id="29" creationId="{1DA6FA1A-7FBB-320E-DA56-25AB9AB19338}"/>
          </ac:grpSpMkLst>
        </pc:grpChg>
        <pc:grpChg chg="add mod">
          <ac:chgData name="REYES Kenneth Anthony Luigi" userId="441d21f1-49d5-449d-b8bc-5e55c0334d0d" providerId="ADAL" clId="{2931612F-604E-3F4B-A626-1DE509E9FF81}" dt="2025-08-13T11:51:50.130" v="335" actId="1038"/>
          <ac:grpSpMkLst>
            <pc:docMk/>
            <pc:sldMk cId="197822962" sldId="262"/>
            <ac:grpSpMk id="36" creationId="{3CA58F4F-4684-4FF7-1A3A-6A2C4774D094}"/>
          </ac:grpSpMkLst>
        </pc:grpChg>
        <pc:grpChg chg="add mod">
          <ac:chgData name="REYES Kenneth Anthony Luigi" userId="441d21f1-49d5-449d-b8bc-5e55c0334d0d" providerId="ADAL" clId="{2931612F-604E-3F4B-A626-1DE509E9FF81}" dt="2025-08-13T11:51:45.707" v="334" actId="1037"/>
          <ac:grpSpMkLst>
            <pc:docMk/>
            <pc:sldMk cId="197822962" sldId="262"/>
            <ac:grpSpMk id="43" creationId="{AC54CB49-79B9-6F78-694A-A666816683AB}"/>
          </ac:grpSpMkLst>
        </pc:grpChg>
      </pc:sldChg>
      <pc:sldChg chg="add mod ord modShow">
        <pc:chgData name="REYES Kenneth Anthony Luigi" userId="441d21f1-49d5-449d-b8bc-5e55c0334d0d" providerId="ADAL" clId="{2931612F-604E-3F4B-A626-1DE509E9FF81}" dt="2025-08-13T10:00:41.479" v="78" actId="729"/>
        <pc:sldMkLst>
          <pc:docMk/>
          <pc:sldMk cId="1672772224" sldId="263"/>
        </pc:sldMkLst>
      </pc:sldChg>
      <pc:sldChg chg="add mod ord modShow">
        <pc:chgData name="REYES Kenneth Anthony Luigi" userId="441d21f1-49d5-449d-b8bc-5e55c0334d0d" providerId="ADAL" clId="{2931612F-604E-3F4B-A626-1DE509E9FF81}" dt="2025-08-13T11:54:25.350" v="392" actId="729"/>
        <pc:sldMkLst>
          <pc:docMk/>
          <pc:sldMk cId="1048658215" sldId="264"/>
        </pc:sldMkLst>
      </pc:sldChg>
    </pc:docChg>
  </pc:docChgLst>
  <pc:docChgLst>
    <pc:chgData name="BEYER Robert" userId="S::rbeyer@iom.int::1456fddb-0397-408d-a34d-4f487c7c5755" providerId="AD" clId="Web-{924115B9-7B96-DB66-BA9B-8C91C60276A6}"/>
    <pc:docChg chg="modSld">
      <pc:chgData name="BEYER Robert" userId="S::rbeyer@iom.int::1456fddb-0397-408d-a34d-4f487c7c5755" providerId="AD" clId="Web-{924115B9-7B96-DB66-BA9B-8C91C60276A6}" dt="2025-09-09T10:16:41.324" v="1" actId="1076"/>
      <pc:docMkLst>
        <pc:docMk/>
      </pc:docMkLst>
      <pc:sldChg chg="modSp">
        <pc:chgData name="BEYER Robert" userId="S::rbeyer@iom.int::1456fddb-0397-408d-a34d-4f487c7c5755" providerId="AD" clId="Web-{924115B9-7B96-DB66-BA9B-8C91C60276A6}" dt="2025-09-09T10:16:41.324" v="1" actId="1076"/>
        <pc:sldMkLst>
          <pc:docMk/>
          <pc:sldMk cId="119902811" sldId="257"/>
        </pc:sldMkLst>
        <pc:picChg chg="mod">
          <ac:chgData name="BEYER Robert" userId="S::rbeyer@iom.int::1456fddb-0397-408d-a34d-4f487c7c5755" providerId="AD" clId="Web-{924115B9-7B96-DB66-BA9B-8C91C60276A6}" dt="2025-09-09T10:16:41.324" v="1" actId="1076"/>
          <ac:picMkLst>
            <pc:docMk/>
            <pc:sldMk cId="119902811" sldId="257"/>
            <ac:picMk id="14" creationId="{D52C9DBC-BED2-923A-5808-DC480BBD41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E7FFF-D51A-7348-9731-98DBAFF4F5D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874B2-720E-A446-A2C0-BEEADD179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6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874B2-720E-A446-A2C0-BEEADD1798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61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0750-892D-839C-9913-39F81F69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CDA1A-9F34-4B64-758B-1F9B9AFF5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B24F3-9CA0-1E48-3B07-D5D35F806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87FDB-0E9C-8744-FAC3-1352FE9F7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874B2-720E-A446-A2C0-BEEADD1798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1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D730-B1B1-4865-7754-AE871C56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93C81-3F83-FD15-72C5-62042F2EA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A1E59-BAAE-A8CC-5AC2-B895A558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67395-EC9A-6700-8611-68CEB0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C051-AFA1-3F03-63FF-E05798FC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8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E72E-5E3B-E070-D8AF-F92667EE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88F2F-07F8-428A-C3D4-48026CC71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78B62-732F-CB51-9D29-8C1E7240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3518B-3D15-6038-7660-7D516F60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0B307-1301-E256-EE7E-292DB45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3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D376-FA74-38B1-DE65-7ED359F7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B5B8A-2BED-469A-905B-DCFAFB8D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6BF5-97F1-3658-9F84-B4D101B7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C78A-74EA-ECA9-3477-79E734AE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2F31-75C8-063B-225A-80109111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1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6D97-2DFF-701C-E513-F175BF44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2F85E-9E63-D0A5-FFA5-73F2C6335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3FDEB-1EB8-8FE6-91BD-6A7E3F50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93982-A3EA-5B84-2446-D95BD639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E8D58-0C00-4D9A-C462-B33387EC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B8E11-B118-D93C-B2F6-942193CB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5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C0E9-88F5-67E3-AEB2-B73A5F51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69BC-E012-E24F-EE09-DB850ACC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730EB-27F4-E4DC-A36A-A4B9520FA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6787-05A7-2B52-D3F3-773659D63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8BF2C-31D3-5F86-94E4-AB3DB28FD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B9671-014C-5B91-3BED-750B3ED6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18A93-0D30-4DB5-7EE8-58B713F3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A7134-9084-2E1E-D7A9-29C49057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3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525A-92AB-CA08-31D1-B4FA7DA9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CBEA1-B512-BB71-A7E4-26421FC8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91103-CCAE-F814-0B86-8BAEC926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ABA54-A71B-B747-312F-5659D6E7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3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54860-73FA-163A-6F48-DCD60AAB5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1E898-4489-4F1C-1222-2D6094A2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9607-B530-EBD6-17C4-E1CDDC2D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6983-B924-6D55-95C6-73DEFD8A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6E00B-6034-7A2E-A532-D849EE0BD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19872-1821-8D1D-47D1-0384F85D5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7516D-E63C-F2D6-3674-204A6157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9C94-E0D4-CC64-A563-79579D4D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B2722-E572-41E1-6824-0A58A2D2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1F1C-BE15-FF33-2DCA-87A9E2D1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AFE73-2005-90AE-22D8-E1C7541C3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C445-D686-AFAC-31CF-7A9B22D55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93648-9933-0766-EF4C-61FFE2AF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9A6CC-989D-7B59-1CFC-D20CDF0D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EAF9F-5104-E1E8-45DF-3A131431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34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322AE-1CA7-7C5E-E620-1ACA9576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A174-54D9-ECCB-C79A-19030C627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ECFBE-B100-8EFC-02C4-A2147B9D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D7F10-3731-B08E-44B8-279C05A5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6053-12BD-644F-7CD3-C7C88523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9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7B50F8-C9EC-F600-90BA-1EC7BD58D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9D4C5-259D-6203-42E1-641CA6F6E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6571D-52C6-C213-4388-8FE0A31A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AC82D-9ED5-634F-89A1-2711A114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A961B-D22C-2B91-B746-EF74D760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67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indow, person, looking, sign&#10;&#10;Description automatically generated">
            <a:extLst>
              <a:ext uri="{FF2B5EF4-FFF2-40B4-BE49-F238E27FC236}">
                <a16:creationId xmlns:a16="http://schemas.microsoft.com/office/drawing/2014/main" id="{A5956F32-72F1-3A4C-8AC3-8D39F85A3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3121" y="556249"/>
            <a:ext cx="7849515" cy="4840072"/>
          </a:xfrm>
          <a:prstGeom prst="rect">
            <a:avLst/>
          </a:prstGeom>
        </p:spPr>
      </p:pic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B1E90CE-D3B5-504C-85FB-FF1975980E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2636" y="5615951"/>
            <a:ext cx="1828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TO INSERT LOGO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CE7713F-CA7D-0449-BA7C-1F8179BFEE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9800" y="2026084"/>
            <a:ext cx="7772400" cy="14029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TITLE / SECTION</a:t>
            </a:r>
            <a:endParaRPr lang="en-US" b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D17E9C-9628-7448-B9A8-A2726DA77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9800" y="3808100"/>
            <a:ext cx="7772400" cy="714375"/>
          </a:xfrm>
        </p:spPr>
        <p:txBody>
          <a:bodyPr/>
          <a:lstStyle>
            <a:lvl1pPr marL="11113" indent="0">
              <a:buNone/>
              <a:tabLst/>
              <a:defRPr>
                <a:solidFill>
                  <a:schemeClr val="accent1"/>
                </a:solidFill>
              </a:defRPr>
            </a:lvl1pPr>
            <a:lvl2pPr marL="11113" indent="0">
              <a:buNone/>
              <a:tabLst/>
              <a:defRPr>
                <a:solidFill>
                  <a:schemeClr val="accent1"/>
                </a:solidFill>
              </a:defRPr>
            </a:lvl2pPr>
            <a:lvl3pPr marL="11113" indent="0">
              <a:buNone/>
              <a:tabLst/>
              <a:defRPr>
                <a:solidFill>
                  <a:schemeClr val="accent1"/>
                </a:solidFill>
              </a:defRPr>
            </a:lvl3pPr>
            <a:lvl4pPr marL="11113" indent="0">
              <a:buNone/>
              <a:tabLst/>
              <a:defRPr>
                <a:solidFill>
                  <a:schemeClr val="accent1"/>
                </a:solidFill>
              </a:defRPr>
            </a:lvl4pPr>
            <a:lvl5pPr marL="11113" indent="0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E328E-547A-2D46-98AA-9824D35EA391}"/>
              </a:ext>
            </a:extLst>
          </p:cNvPr>
          <p:cNvSpPr/>
          <p:nvPr userDrawn="1"/>
        </p:nvSpPr>
        <p:spPr>
          <a:xfrm>
            <a:off x="1" y="0"/>
            <a:ext cx="751562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634EC9-876C-2F49-884E-3253BD4EFB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09800" y="5975350"/>
            <a:ext cx="7172325" cy="32640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400"/>
            </a:lvl3pPr>
            <a:lvl4pPr marL="1371566" indent="0">
              <a:buNone/>
              <a:defRPr sz="1400"/>
            </a:lvl4pPr>
            <a:lvl5pPr marL="1828755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52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676F7-C278-DA2F-098B-1A827A0D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21B50-A6AD-641C-CCAA-DEC26580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5219-4148-4029-54A6-A99F7FC27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6A7DA-326B-A142-8C85-6A8B5EF06F2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9D2A-183B-BB25-C60B-D011F22D4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6A664-A812-6D89-4DEC-221331E51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EC842-3A9F-0F40-B467-450C2CD0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4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humdata.org/dataset/iom-global-profiles-for-internal-displacement-gpid" TargetMode="External"/><Relationship Id="rId2" Type="http://schemas.openxmlformats.org/officeDocument/2006/relationships/hyperlink" Target="https://dtm.iom.int/global-profiles-for-internal-displacement/gpid/index.html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ww.internal-displacement.org/internal-displacement-updat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nternal-displacement.org/internal-displacement-updates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1D668B-AA67-6435-C863-4CB0BFBC3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7116" y="1643977"/>
            <a:ext cx="9144000" cy="757035"/>
          </a:xfrm>
        </p:spPr>
        <p:txBody>
          <a:bodyPr>
            <a:normAutofit/>
          </a:bodyPr>
          <a:lstStyle/>
          <a:p>
            <a:r>
              <a:rPr lang="en-GB" sz="3200">
                <a:solidFill>
                  <a:srgbClr val="0032A0"/>
                </a:solidFill>
                <a:latin typeface="Gill Sans Nova" panose="020B0602020104020203" pitchFamily="34" charset="0"/>
              </a:rPr>
              <a:t>Global Profiles for Internal Displacements (GPID)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5446995-FF73-38F5-8623-32F48E47A201}"/>
              </a:ext>
            </a:extLst>
          </p:cNvPr>
          <p:cNvSpPr txBox="1">
            <a:spLocks/>
          </p:cNvSpPr>
          <p:nvPr/>
        </p:nvSpPr>
        <p:spPr>
          <a:xfrm>
            <a:off x="3521418" y="2609822"/>
            <a:ext cx="6352167" cy="9018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err="1">
                <a:solidFill>
                  <a:srgbClr val="0032A0"/>
                </a:solidFill>
                <a:latin typeface="Gill Sans Nova" panose="020B0602020104020203" pitchFamily="34" charset="0"/>
              </a:rPr>
              <a:t>Harmonised</a:t>
            </a:r>
            <a:r>
              <a:rPr lang="en-US" sz="1800">
                <a:solidFill>
                  <a:srgbClr val="0032A0"/>
                </a:solidFill>
                <a:latin typeface="Gill Sans Nova" panose="020B0602020104020203" pitchFamily="34" charset="0"/>
              </a:rPr>
              <a:t> demographic, socio-economic, and land use contexts for 349 million internal displacements worldwide</a:t>
            </a:r>
            <a:endParaRPr lang="en-GB" sz="1800">
              <a:solidFill>
                <a:srgbClr val="0032A0"/>
              </a:solidFill>
              <a:latin typeface="Gill Sans Nova" panose="020B0602020104020203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726DB5C-BCFB-976B-6166-1165159F4690}"/>
              </a:ext>
            </a:extLst>
          </p:cNvPr>
          <p:cNvSpPr txBox="1">
            <a:spLocks/>
          </p:cNvSpPr>
          <p:nvPr/>
        </p:nvSpPr>
        <p:spPr>
          <a:xfrm>
            <a:off x="1481848" y="4377015"/>
            <a:ext cx="10687456" cy="94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</a:rPr>
              <a:t>Methodology, analysis, and </a:t>
            </a:r>
            <a:r>
              <a:rPr lang="en-US" sz="1600" err="1">
                <a:solidFill>
                  <a:srgbClr val="0032A0"/>
                </a:solidFill>
                <a:latin typeface="Gill Sans Nova" panose="020B0602020104020203" pitchFamily="34" charset="0"/>
              </a:rPr>
              <a:t>visualisation</a:t>
            </a:r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</a:rPr>
              <a:t>: </a:t>
            </a:r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  <a:hlinkClick r:id="rId2"/>
              </a:rPr>
              <a:t>https://dtm.iom.int/global-profiles-for-internal-displacement/gpid/index.html</a:t>
            </a:r>
            <a:endParaRPr lang="en-US" sz="1600">
              <a:solidFill>
                <a:srgbClr val="0032A0"/>
              </a:solidFill>
              <a:latin typeface="Gill Sans Nova" panose="020B0602020104020203" pitchFamily="34" charset="0"/>
            </a:endParaRPr>
          </a:p>
          <a:p>
            <a:pPr algn="l"/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</a:rPr>
              <a:t>Data download: </a:t>
            </a:r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  <a:hlinkClick r:id="rId3"/>
              </a:rPr>
              <a:t>https://data.humdata.org/dataset/iom-global-profiles-for-internal-displacement-gpid</a:t>
            </a:r>
            <a:r>
              <a:rPr lang="en-US" sz="1600">
                <a:solidFill>
                  <a:srgbClr val="0032A0"/>
                </a:solidFill>
                <a:latin typeface="Gill Sans Nova" panose="020B0602020104020203" pitchFamily="34" charset="0"/>
              </a:rPr>
              <a:t> </a:t>
            </a:r>
            <a:endParaRPr lang="en-GB" sz="1600">
              <a:solidFill>
                <a:srgbClr val="0032A0"/>
              </a:solidFill>
              <a:latin typeface="Gill Sans Nova" panose="020B0602020104020203" pitchFamily="34" charset="0"/>
            </a:endParaRPr>
          </a:p>
        </p:txBody>
      </p:sp>
      <p:pic>
        <p:nvPicPr>
          <p:cNvPr id="8" name="Picture 7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0ACFB395-38B5-BF78-784E-710137417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1FD16F-774E-DF3C-F6E6-6BA6A0EFC4EC}"/>
              </a:ext>
            </a:extLst>
          </p:cNvPr>
          <p:cNvSpPr/>
          <p:nvPr/>
        </p:nvSpPr>
        <p:spPr>
          <a:xfrm>
            <a:off x="0" y="0"/>
            <a:ext cx="807396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371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975CD6-B774-D1AA-A630-09F08E32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" y="0"/>
            <a:ext cx="12181677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85DA7A-A2CE-6458-AC78-306644A15745}"/>
              </a:ext>
            </a:extLst>
          </p:cNvPr>
          <p:cNvSpPr txBox="1"/>
          <p:nvPr/>
        </p:nvSpPr>
        <p:spPr>
          <a:xfrm>
            <a:off x="3179755" y="191757"/>
            <a:ext cx="583248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Internal displacements worldwide (2018–2024)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95C08-FF40-9870-A32C-3584C57649D5}"/>
              </a:ext>
            </a:extLst>
          </p:cNvPr>
          <p:cNvSpPr txBox="1"/>
          <p:nvPr/>
        </p:nvSpPr>
        <p:spPr>
          <a:xfrm>
            <a:off x="289257" y="6357494"/>
            <a:ext cx="4647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rgbClr val="0032A0"/>
                </a:solidFill>
                <a:latin typeface="Gill Sans Nova" panose="020B06020201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i="1">
                <a:solidFill>
                  <a:srgbClr val="0032A0"/>
                </a:solidFill>
                <a:latin typeface="Gill Sans Nova" panose="020B0602020104020203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Internal Displacement Monitoring Centre</a:t>
            </a:r>
            <a:endParaRPr lang="en-US" sz="1200" i="1">
              <a:solidFill>
                <a:srgbClr val="0032A0"/>
              </a:solidFill>
              <a:latin typeface="Gill Sans Nova" panose="020B060202010402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3F98AC89-21C7-C303-66F3-609EB5998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BF6B5B-1F7D-C4ED-CCB2-504C471CA58B}"/>
              </a:ext>
            </a:extLst>
          </p:cNvPr>
          <p:cNvSpPr txBox="1"/>
          <p:nvPr/>
        </p:nvSpPr>
        <p:spPr>
          <a:xfrm>
            <a:off x="657571" y="4297910"/>
            <a:ext cx="1939713" cy="830997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Internal displacements occur in all parts of the world, though, some are more affected than others.</a:t>
            </a:r>
            <a:endParaRPr lang="en-US">
              <a:solidFill>
                <a:srgbClr val="0032A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90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7F27-9A0D-8D71-D9BB-B99D3E3D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2D58D1A-FCB9-334C-0747-B333E6D2E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" y="0"/>
            <a:ext cx="1218167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C33F5-48D8-BD43-D94A-C76E9DB2D12E}"/>
              </a:ext>
            </a:extLst>
          </p:cNvPr>
          <p:cNvSpPr txBox="1"/>
          <p:nvPr/>
        </p:nvSpPr>
        <p:spPr>
          <a:xfrm>
            <a:off x="1115204" y="223507"/>
            <a:ext cx="99615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Displacements by cause and geographic region (2018–2024)</a:t>
            </a:r>
          </a:p>
        </p:txBody>
      </p:sp>
      <p:pic>
        <p:nvPicPr>
          <p:cNvPr id="4" name="Picture 3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9C28E52C-0501-7070-6FB1-E8C5108A2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79F69B-B195-FAD4-E989-622AB0833CC4}"/>
              </a:ext>
            </a:extLst>
          </p:cNvPr>
          <p:cNvSpPr txBox="1"/>
          <p:nvPr/>
        </p:nvSpPr>
        <p:spPr>
          <a:xfrm>
            <a:off x="289257" y="6357494"/>
            <a:ext cx="4647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rgbClr val="0032A0"/>
                </a:solidFill>
                <a:latin typeface="Gill Sans Nova" panose="020B06020201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i="1">
                <a:solidFill>
                  <a:srgbClr val="0032A0"/>
                </a:solidFill>
                <a:latin typeface="Gill Sans Nova" panose="020B0602020104020203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Internal Displacement Monitoring Centre</a:t>
            </a:r>
            <a:endParaRPr lang="en-US" sz="1200" i="1">
              <a:solidFill>
                <a:srgbClr val="0032A0"/>
              </a:solidFill>
              <a:latin typeface="Gill Sans Nova" panose="020B060202010402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A65C7-AF23-2CD3-32AB-4F11F2576964}"/>
              </a:ext>
            </a:extLst>
          </p:cNvPr>
          <p:cNvSpPr txBox="1"/>
          <p:nvPr/>
        </p:nvSpPr>
        <p:spPr>
          <a:xfrm>
            <a:off x="276557" y="4787718"/>
            <a:ext cx="2180894" cy="938719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Conflict and violence caused 36% of internal displacements worldwide in 2018–2024. 48% of conflict displacements occurred in Sub-Saharan Africa,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EB095-9C87-ACBB-5E23-6AF33DE4E261}"/>
              </a:ext>
            </a:extLst>
          </p:cNvPr>
          <p:cNvSpPr txBox="1"/>
          <p:nvPr/>
        </p:nvSpPr>
        <p:spPr>
          <a:xfrm>
            <a:off x="5318523" y="898478"/>
            <a:ext cx="2502515" cy="769441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Storms caused 30% of internal displacements worldwide in 2018–2024. 52% of all storm displacements occurred in Eastern and South-eastern Asia.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A55E3-0618-D4E1-5665-8C905CBB4DA3}"/>
              </a:ext>
            </a:extLst>
          </p:cNvPr>
          <p:cNvSpPr txBox="1"/>
          <p:nvPr/>
        </p:nvSpPr>
        <p:spPr>
          <a:xfrm>
            <a:off x="7024711" y="2755044"/>
            <a:ext cx="3179601" cy="600164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Earthquakes, wildfires, droughts, and other disasters caused 3.1%, 1.4%, 1.2%, and 0.8%, respectively, of internal displacements in 2018–2024.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FA84A93A-9590-7037-BBF8-ED0A679110B2}"/>
              </a:ext>
            </a:extLst>
          </p:cNvPr>
          <p:cNvSpPr/>
          <p:nvPr/>
        </p:nvSpPr>
        <p:spPr>
          <a:xfrm flipH="1">
            <a:off x="2181221" y="2867025"/>
            <a:ext cx="1495427" cy="3990975"/>
          </a:xfrm>
          <a:prstGeom prst="arc">
            <a:avLst>
              <a:gd name="adj1" fmla="val 16379403"/>
              <a:gd name="adj2" fmla="val 2119751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898A8D0-3CD5-8AB1-4C42-E4D83025E199}"/>
              </a:ext>
            </a:extLst>
          </p:cNvPr>
          <p:cNvSpPr/>
          <p:nvPr/>
        </p:nvSpPr>
        <p:spPr>
          <a:xfrm>
            <a:off x="4640094" y="1144826"/>
            <a:ext cx="2723745" cy="1014716"/>
          </a:xfrm>
          <a:prstGeom prst="arc">
            <a:avLst>
              <a:gd name="adj1" fmla="val 10968830"/>
              <a:gd name="adj2" fmla="val 12745362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7031A885-CBE7-DA05-C9FE-CE2BB09A18EF}"/>
              </a:ext>
            </a:extLst>
          </p:cNvPr>
          <p:cNvSpPr/>
          <p:nvPr/>
        </p:nvSpPr>
        <p:spPr>
          <a:xfrm>
            <a:off x="5194576" y="2167444"/>
            <a:ext cx="3394953" cy="2276476"/>
          </a:xfrm>
          <a:prstGeom prst="arc">
            <a:avLst>
              <a:gd name="adj1" fmla="val 13281302"/>
              <a:gd name="adj2" fmla="val 1577692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B95B221-1B01-5191-3932-E2BC8BCC89C3}"/>
              </a:ext>
            </a:extLst>
          </p:cNvPr>
          <p:cNvSpPr/>
          <p:nvPr/>
        </p:nvSpPr>
        <p:spPr>
          <a:xfrm>
            <a:off x="6454100" y="3346315"/>
            <a:ext cx="3333750" cy="1332689"/>
          </a:xfrm>
          <a:prstGeom prst="arc">
            <a:avLst>
              <a:gd name="adj1" fmla="val 10892946"/>
              <a:gd name="adj2" fmla="val 14787135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E5242A4-F0A8-DBF8-39C7-6F34E1D88321}"/>
              </a:ext>
            </a:extLst>
          </p:cNvPr>
          <p:cNvSpPr/>
          <p:nvPr/>
        </p:nvSpPr>
        <p:spPr>
          <a:xfrm>
            <a:off x="8442803" y="2743204"/>
            <a:ext cx="2143125" cy="2508115"/>
          </a:xfrm>
          <a:prstGeom prst="arc">
            <a:avLst>
              <a:gd name="adj1" fmla="val 10892946"/>
              <a:gd name="adj2" fmla="val 1288744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CBFAF5E0-FDCC-3296-BF84-FA62F5099E1F}"/>
              </a:ext>
            </a:extLst>
          </p:cNvPr>
          <p:cNvSpPr/>
          <p:nvPr/>
        </p:nvSpPr>
        <p:spPr>
          <a:xfrm flipH="1">
            <a:off x="8820144" y="3318146"/>
            <a:ext cx="666751" cy="1428953"/>
          </a:xfrm>
          <a:prstGeom prst="arc">
            <a:avLst>
              <a:gd name="adj1" fmla="val 10892946"/>
              <a:gd name="adj2" fmla="val 1563250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326EC6-4E77-3BB6-9A18-70A97ADBED88}"/>
              </a:ext>
            </a:extLst>
          </p:cNvPr>
          <p:cNvSpPr txBox="1"/>
          <p:nvPr/>
        </p:nvSpPr>
        <p:spPr>
          <a:xfrm>
            <a:off x="6754974" y="1897185"/>
            <a:ext cx="2457120" cy="430887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Floods caused 28% of internal displace-</a:t>
            </a:r>
            <a:r>
              <a:rPr lang="en-US" sz="1100" err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ments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 worldwide in 2018–2024.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50B8F2F-FEC1-CFF5-8118-252B9A2B620C}"/>
              </a:ext>
            </a:extLst>
          </p:cNvPr>
          <p:cNvSpPr/>
          <p:nvPr/>
        </p:nvSpPr>
        <p:spPr>
          <a:xfrm>
            <a:off x="7520899" y="3200399"/>
            <a:ext cx="3333750" cy="1738009"/>
          </a:xfrm>
          <a:prstGeom prst="arc">
            <a:avLst>
              <a:gd name="adj1" fmla="val 10892946"/>
              <a:gd name="adj2" fmla="val 13040016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49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741E-2446-2F78-A3D7-C48F3693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9F6BE690-D658-F314-EA26-A8EB5828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" y="0"/>
            <a:ext cx="12181677" cy="6863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E3909-A3AB-221D-3DF3-AD068507F6FB}"/>
              </a:ext>
            </a:extLst>
          </p:cNvPr>
          <p:cNvSpPr txBox="1"/>
          <p:nvPr/>
        </p:nvSpPr>
        <p:spPr>
          <a:xfrm>
            <a:off x="1623204" y="160007"/>
            <a:ext cx="996159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Demographic and socio-economic profiles</a:t>
            </a:r>
            <a:b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</a:br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of populations in areas of displacement by cause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A74F8-F5E6-26BD-4545-91171705754C}"/>
              </a:ext>
            </a:extLst>
          </p:cNvPr>
          <p:cNvSpPr txBox="1"/>
          <p:nvPr/>
        </p:nvSpPr>
        <p:spPr>
          <a:xfrm>
            <a:off x="86057" y="3444693"/>
            <a:ext cx="2035442" cy="1277273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Populations in areas of 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drought displacement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 are overall the most vulnerable, with an average 18.0 years age, $2,400 annual income, 3.0 schooling years, and 61.0 years life expectancy.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0AC19-289F-66C6-66FF-554669700D5B}"/>
              </a:ext>
            </a:extLst>
          </p:cNvPr>
          <p:cNvSpPr txBox="1"/>
          <p:nvPr/>
        </p:nvSpPr>
        <p:spPr>
          <a:xfrm>
            <a:off x="9983589" y="2495368"/>
            <a:ext cx="2067192" cy="1277273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Populations in areas of 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wildfire displacement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 are overall the least vulnerable, with an average 35.7 years age, $79,000 annual income, 12.6 schooling years, and 79.8 years life expectancy.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07D330-F7E6-45C6-EE4B-D1963AB08F6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61252" y="5435879"/>
            <a:ext cx="913721" cy="861312"/>
            <a:chOff x="5761252" y="5435879"/>
            <a:chExt cx="913721" cy="8613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DA6FA1A-7FBB-320E-DA56-25AB9AB1933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968459" y="5435879"/>
              <a:ext cx="580001" cy="624261"/>
              <a:chOff x="4544500" y="5471049"/>
              <a:chExt cx="580001" cy="62426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4CF9A0-5C1E-21D5-3EFD-D47A958B78D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0" y="5471049"/>
                <a:ext cx="58000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79,200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CCA7FC-72E5-447E-2BBF-7EBE0A04A18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67763"/>
                <a:ext cx="580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40,800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BA484C4-BC09-C95A-6B8B-C48FA1202C3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864478"/>
                <a:ext cx="580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2,400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45D09B-5684-9170-ECCF-A00C7110AC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61252" y="6066359"/>
              <a:ext cx="9137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Gill Sans Nova" panose="020B0602020104020203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U.S. dollars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C40260-45F4-D087-124A-B93487FEAC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219529" y="5435879"/>
            <a:ext cx="913721" cy="861312"/>
            <a:chOff x="4219529" y="5435879"/>
            <a:chExt cx="913721" cy="86131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62482C-0475-9CD0-0A8A-F3C37416DF2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463259" y="5435879"/>
              <a:ext cx="426262" cy="624261"/>
              <a:chOff x="4544501" y="5471049"/>
              <a:chExt cx="426262" cy="62426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60A7882-E49E-DB67-908B-454F4637EEA2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471049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35.7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9E744A-7FE1-74FC-7674-BA4E60959C7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67763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26.9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6559A-AB03-EFE9-2B8C-2FEB82CF943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864478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18.0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BB386C-48AB-1E5B-C1FF-057DECC129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19529" y="6066359"/>
              <a:ext cx="9137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Gill Sans Nova" panose="020B0602020104020203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Years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1B69EF-0BCD-3E86-CEE0-0E0E113ACA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77541" y="5435879"/>
            <a:ext cx="913721" cy="861312"/>
            <a:chOff x="7177541" y="5435879"/>
            <a:chExt cx="913721" cy="8613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CA58F4F-4684-4FF7-1A3A-6A2C4774D09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461938" y="5435879"/>
              <a:ext cx="580003" cy="624261"/>
              <a:chOff x="4544500" y="5471049"/>
              <a:chExt cx="580003" cy="624261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1B0306-AD2C-A604-429B-7568A0AB065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0" y="5471049"/>
                <a:ext cx="58000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13.3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00A5A6-2ADF-3830-53B5-E549523A2DB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67763"/>
                <a:ext cx="58000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8.0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F74D986-8406-BB13-A2B5-D23728D4685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0" y="5864478"/>
                <a:ext cx="5800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2.6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13DE9F-AEDD-CAD9-DE0A-1FA3F9AD90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77541" y="6066359"/>
              <a:ext cx="9137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Gill Sans Nova" panose="020B0602020104020203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Years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8A6D56-CCAC-0675-A99B-1FDF6152F3F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707561" y="5435879"/>
            <a:ext cx="913721" cy="855092"/>
            <a:chOff x="8707561" y="5435879"/>
            <a:chExt cx="913721" cy="85509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C54CB49-79B9-6F78-694A-A666816683A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91925" y="5435879"/>
              <a:ext cx="426262" cy="624261"/>
              <a:chOff x="4544501" y="5471049"/>
              <a:chExt cx="426262" cy="624261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2D3CCF-2504-D8C7-E6DF-C0D0F5B3BE4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471049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80.1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5AF375-18A7-6BAA-AD8C-0BF0EF592D1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67763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71.3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BAF434B-398D-C50C-932F-83FD74C3A6C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864478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Gill Sans Nova" panose="020B0602020104020203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62.5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9A981F-131C-F884-134B-07C793BF6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07561" y="6060139"/>
              <a:ext cx="9137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Gill Sans Nova" panose="020B0602020104020203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Years</a:t>
              </a:r>
            </a:p>
          </p:txBody>
        </p:sp>
      </p:grpSp>
      <p:pic>
        <p:nvPicPr>
          <p:cNvPr id="6" name="Picture 5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CD03C51-5A9D-B169-1106-7988F3AEF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92132780-8631-6337-EAAA-AC5D6E4FFD90}"/>
              </a:ext>
            </a:extLst>
          </p:cNvPr>
          <p:cNvSpPr/>
          <p:nvPr/>
        </p:nvSpPr>
        <p:spPr>
          <a:xfrm flipH="1" flipV="1">
            <a:off x="1057273" y="4419597"/>
            <a:ext cx="1657351" cy="609601"/>
          </a:xfrm>
          <a:prstGeom prst="arc">
            <a:avLst>
              <a:gd name="adj1" fmla="val 12248988"/>
              <a:gd name="adj2" fmla="val 0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72F4805-2EAC-06AC-9C3A-310777190BFE}"/>
              </a:ext>
            </a:extLst>
          </p:cNvPr>
          <p:cNvSpPr/>
          <p:nvPr/>
        </p:nvSpPr>
        <p:spPr>
          <a:xfrm flipV="1">
            <a:off x="8562975" y="3162297"/>
            <a:ext cx="2447925" cy="1095378"/>
          </a:xfrm>
          <a:prstGeom prst="arc">
            <a:avLst>
              <a:gd name="adj1" fmla="val 17002347"/>
              <a:gd name="adj2" fmla="val 0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6661E1-7331-BD38-3D43-289CADCFD303}"/>
              </a:ext>
            </a:extLst>
          </p:cNvPr>
          <p:cNvSpPr txBox="1"/>
          <p:nvPr/>
        </p:nvSpPr>
        <p:spPr>
          <a:xfrm>
            <a:off x="219407" y="930093"/>
            <a:ext cx="2035442" cy="938719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Along with drought, populations in areas of 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conflict displace-</a:t>
            </a:r>
            <a:r>
              <a:rPr lang="en-US" sz="1100" b="1" err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ment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 are disproportionally young, with an average age of only 19.6 years.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DE7C2800-9057-C8A0-8F21-A2AC59D0056D}"/>
              </a:ext>
            </a:extLst>
          </p:cNvPr>
          <p:cNvSpPr/>
          <p:nvPr/>
        </p:nvSpPr>
        <p:spPr>
          <a:xfrm flipH="1">
            <a:off x="76200" y="1371599"/>
            <a:ext cx="4124324" cy="847726"/>
          </a:xfrm>
          <a:prstGeom prst="arc">
            <a:avLst>
              <a:gd name="adj1" fmla="val 10892946"/>
              <a:gd name="adj2" fmla="val 15115316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2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E6D4-4CBB-3BAA-A8BC-20F7B8A9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AF159FC8-5A3F-8AFE-1115-6D90EED4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" y="0"/>
            <a:ext cx="12181677" cy="6858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B4EBCFE-294B-6E4C-9B0B-5B90BE37433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520472" y="5435879"/>
            <a:ext cx="913721" cy="999812"/>
            <a:chOff x="4219529" y="5435879"/>
            <a:chExt cx="913721" cy="99981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EF814DC-C80D-D34C-BC42-5606F61F313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463259" y="5435879"/>
              <a:ext cx="426262" cy="594765"/>
              <a:chOff x="4544501" y="5471049"/>
              <a:chExt cx="426262" cy="59476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8564136-CA6A-3B47-17A8-1268B08FB8F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471049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51.9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FBABEB-38B7-0A38-942E-536DFC974EE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57931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28.3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CEDA69-018D-027D-1EF0-ACFD8DD4449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834982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4.7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B9BBFC-3BCD-CC80-51EC-273EA01C2F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19529" y="6066359"/>
              <a:ext cx="913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 cent of local area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18ADEB-5070-8883-947C-33CAAFC0E3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60846" y="5435879"/>
            <a:ext cx="913721" cy="999812"/>
            <a:chOff x="7177541" y="5435879"/>
            <a:chExt cx="913721" cy="9998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B8D04E-E14A-BAE5-47A8-63BB483F050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461938" y="5435879"/>
              <a:ext cx="580003" cy="594765"/>
              <a:chOff x="4544500" y="5471049"/>
              <a:chExt cx="580003" cy="594765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162707-910C-7D99-68D7-E33F9C709B3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0" y="5471049"/>
                <a:ext cx="58000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40.5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BF417FB-623F-76C3-4E7F-F02FE64B7B1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57931"/>
                <a:ext cx="58000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22.5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3F4B689-A0DD-51F0-E570-832653E0229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0" y="5834982"/>
                <a:ext cx="5800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4.5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F44DA6-45E6-7303-E765-6F8DDBBACF9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77541" y="6066359"/>
              <a:ext cx="913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 cent of local area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46BBAC-BA3F-28A8-A115-A63E8A1D4D9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23354" y="5435879"/>
            <a:ext cx="913721" cy="993592"/>
            <a:chOff x="8707561" y="5435879"/>
            <a:chExt cx="913721" cy="99359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52CE093-2D58-EA67-3A2F-D34C093C2E1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91925" y="5435879"/>
              <a:ext cx="426262" cy="594765"/>
              <a:chOff x="4544501" y="5471049"/>
              <a:chExt cx="426262" cy="59476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9295EF0-A174-B40A-819A-1D1BF9FBBAA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471049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75.6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751BE5B-D1F3-13D0-BCE1-12B38946705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657931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38.2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A15CB5D-7FBE-DA96-6FEA-BD871B87A5F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4501" y="5834982"/>
                <a:ext cx="4262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0.8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1DC460-4B59-7C68-CF5B-2F450B53F7F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07561" y="6060139"/>
              <a:ext cx="913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 cent of local area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38A6013-21F4-F39C-3764-9948ED9E1977}"/>
              </a:ext>
            </a:extLst>
          </p:cNvPr>
          <p:cNvSpPr txBox="1"/>
          <p:nvPr/>
        </p:nvSpPr>
        <p:spPr>
          <a:xfrm>
            <a:off x="1623204" y="160007"/>
            <a:ext cx="996159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Land use profiles of populations</a:t>
            </a:r>
            <a:b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</a:br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in areas of displacement by cause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0A576-1B58-D24A-C183-AC5EF4064969}"/>
              </a:ext>
            </a:extLst>
          </p:cNvPr>
          <p:cNvSpPr txBox="1"/>
          <p:nvPr/>
        </p:nvSpPr>
        <p:spPr>
          <a:xfrm>
            <a:off x="10437410" y="1959955"/>
            <a:ext cx="1573616" cy="769441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Conflict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 and 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wildfire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 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displacement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 most strongly impact urban populations</a:t>
            </a:r>
            <a:endParaRPr lang="en-US">
              <a:solidFill>
                <a:srgbClr val="0032A0"/>
              </a:solidFill>
              <a:latin typeface="Gill Sans Nova" panose="020B06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2EC12-99BD-87C3-7A5C-0E03F1275961}"/>
              </a:ext>
            </a:extLst>
          </p:cNvPr>
          <p:cNvSpPr txBox="1"/>
          <p:nvPr/>
        </p:nvSpPr>
        <p:spPr>
          <a:xfrm>
            <a:off x="10071277" y="4169058"/>
            <a:ext cx="1701623" cy="600164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Drought displacement 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disproportionally affect pastoral communities</a:t>
            </a:r>
            <a:endParaRPr lang="en-US" sz="1100">
              <a:solidFill>
                <a:srgbClr val="0032A0"/>
              </a:solidFill>
              <a:latin typeface="Gill Sans Nova" panose="020B06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FE2C1-4D72-F448-A6CA-A224C1D70DCC}"/>
              </a:ext>
            </a:extLst>
          </p:cNvPr>
          <p:cNvSpPr txBox="1"/>
          <p:nvPr/>
        </p:nvSpPr>
        <p:spPr>
          <a:xfrm>
            <a:off x="218709" y="2227352"/>
            <a:ext cx="1905366" cy="1107996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Storm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 and 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flood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 </a:t>
            </a:r>
            <a:r>
              <a:rPr lang="en-US" sz="1100" b="1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displace-</a:t>
            </a:r>
            <a:r>
              <a:rPr lang="en-US" sz="1100" b="1" err="1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ment</a:t>
            </a:r>
            <a:r>
              <a:rPr lang="en-US" sz="1100">
                <a:solidFill>
                  <a:srgbClr val="0032A0"/>
                </a:solidFill>
                <a:latin typeface="Gill Sans Nova" panose="020B0602020104020203" pitchFamily="34" charset="0"/>
                <a:ea typeface="+mn-lt"/>
                <a:cs typeface="+mn-lt"/>
              </a:rPr>
              <a:t> most heavily impact farming populations, with 44% and 36%, respectively, of land in relevant displacement areas being used for crops.</a:t>
            </a:r>
            <a:endParaRPr lang="en-US" sz="1100">
              <a:solidFill>
                <a:srgbClr val="0032A0"/>
              </a:solidFill>
              <a:latin typeface="Gill Sans Nova" panose="020B0602020104020203" pitchFamily="34" charset="0"/>
            </a:endParaRPr>
          </a:p>
        </p:txBody>
      </p:sp>
      <p:pic>
        <p:nvPicPr>
          <p:cNvPr id="2" name="Picture 1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70B7E099-CF77-A04F-F628-D89AAD4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61DF5F34-DD46-9237-0017-E69F52EA4F39}"/>
              </a:ext>
            </a:extLst>
          </p:cNvPr>
          <p:cNvSpPr/>
          <p:nvPr/>
        </p:nvSpPr>
        <p:spPr>
          <a:xfrm flipH="1" flipV="1">
            <a:off x="2066924" y="2571745"/>
            <a:ext cx="2314575" cy="828680"/>
          </a:xfrm>
          <a:prstGeom prst="arc">
            <a:avLst>
              <a:gd name="adj1" fmla="val 11305511"/>
              <a:gd name="adj2" fmla="val 2119751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FB33758-CFB2-5B77-0750-BCE709C57C9B}"/>
              </a:ext>
            </a:extLst>
          </p:cNvPr>
          <p:cNvSpPr/>
          <p:nvPr/>
        </p:nvSpPr>
        <p:spPr>
          <a:xfrm flipH="1">
            <a:off x="2057399" y="2276474"/>
            <a:ext cx="2447925" cy="838195"/>
          </a:xfrm>
          <a:prstGeom prst="arc">
            <a:avLst>
              <a:gd name="adj1" fmla="val 11556902"/>
              <a:gd name="adj2" fmla="val 21197511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6375CF0-656E-224E-3720-4875A2BAB67B}"/>
              </a:ext>
            </a:extLst>
          </p:cNvPr>
          <p:cNvSpPr/>
          <p:nvPr/>
        </p:nvSpPr>
        <p:spPr>
          <a:xfrm flipV="1">
            <a:off x="6496050" y="4105268"/>
            <a:ext cx="4438645" cy="1114431"/>
          </a:xfrm>
          <a:prstGeom prst="arc">
            <a:avLst>
              <a:gd name="adj1" fmla="val 11556902"/>
              <a:gd name="adj2" fmla="val 21418097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7D0D622-70B4-61DE-8E6A-BD3A5C4E078D}"/>
              </a:ext>
            </a:extLst>
          </p:cNvPr>
          <p:cNvSpPr/>
          <p:nvPr/>
        </p:nvSpPr>
        <p:spPr>
          <a:xfrm flipV="1">
            <a:off x="8810626" y="1381113"/>
            <a:ext cx="3190874" cy="952507"/>
          </a:xfrm>
          <a:prstGeom prst="arc">
            <a:avLst>
              <a:gd name="adj1" fmla="val 11305043"/>
              <a:gd name="adj2" fmla="val 16415484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9782EDE-94E3-AA0D-9910-5C68C4782625}"/>
              </a:ext>
            </a:extLst>
          </p:cNvPr>
          <p:cNvSpPr/>
          <p:nvPr/>
        </p:nvSpPr>
        <p:spPr>
          <a:xfrm rot="16200000" flipV="1">
            <a:off x="7310438" y="842962"/>
            <a:ext cx="3143250" cy="3514725"/>
          </a:xfrm>
          <a:prstGeom prst="arc">
            <a:avLst>
              <a:gd name="adj1" fmla="val 11284797"/>
              <a:gd name="adj2" fmla="val 15925875"/>
            </a:avLst>
          </a:prstGeom>
          <a:ln w="12700">
            <a:solidFill>
              <a:srgbClr val="0032A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79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growth and increasing numbers&#10;&#10;AI-generated content may be incorrect.">
            <a:extLst>
              <a:ext uri="{FF2B5EF4-FFF2-40B4-BE49-F238E27FC236}">
                <a16:creationId xmlns:a16="http://schemas.microsoft.com/office/drawing/2014/main" id="{B14E6F07-BD00-E683-52C9-04088CDA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" y="0"/>
            <a:ext cx="1218167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168D2-0A38-EDF6-DEA2-88C30EB5DC6F}"/>
              </a:ext>
            </a:extLst>
          </p:cNvPr>
          <p:cNvSpPr txBox="1"/>
          <p:nvPr/>
        </p:nvSpPr>
        <p:spPr>
          <a:xfrm>
            <a:off x="1115204" y="1018637"/>
            <a:ext cx="99615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Demographic and socio-economic trends</a:t>
            </a:r>
            <a:endParaRPr lang="en-US">
              <a:latin typeface="Gill Sans Nova" panose="020B06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6965B-8D1E-2834-4E2C-5846F3022838}"/>
              </a:ext>
            </a:extLst>
          </p:cNvPr>
          <p:cNvSpPr txBox="1"/>
          <p:nvPr/>
        </p:nvSpPr>
        <p:spPr>
          <a:xfrm>
            <a:off x="2834136" y="5546698"/>
            <a:ext cx="6147939" cy="830997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Internal displacement occurs in overall more vulnerable areas today than it did in the past. Average </a:t>
            </a:r>
            <a:r>
              <a:rPr lang="en-US" sz="1200" b="1">
                <a:solidFill>
                  <a:srgbClr val="0032A0"/>
                </a:solidFill>
                <a:ea typeface="+mn-lt"/>
                <a:cs typeface="+mn-lt"/>
              </a:rPr>
              <a:t>age</a:t>
            </a:r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 (28.3 years ↘ 19.7 years), </a:t>
            </a:r>
            <a:r>
              <a:rPr lang="en-US" sz="1200" b="1">
                <a:solidFill>
                  <a:srgbClr val="0032A0"/>
                </a:solidFill>
                <a:ea typeface="+mn-lt"/>
                <a:cs typeface="+mn-lt"/>
              </a:rPr>
              <a:t>income</a:t>
            </a:r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 ($11,000 ↘ $1,600), years of </a:t>
            </a:r>
            <a:r>
              <a:rPr lang="en-US" sz="1200" b="1">
                <a:solidFill>
                  <a:srgbClr val="0032A0"/>
                </a:solidFill>
                <a:ea typeface="+mn-lt"/>
                <a:cs typeface="+mn-lt"/>
              </a:rPr>
              <a:t>schooling</a:t>
            </a:r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 (7.4 years ↘ 6.3 years), and </a:t>
            </a:r>
            <a:r>
              <a:rPr lang="en-US" sz="1200" b="1">
                <a:solidFill>
                  <a:srgbClr val="0032A0"/>
                </a:solidFill>
                <a:ea typeface="+mn-lt"/>
                <a:cs typeface="+mn-lt"/>
              </a:rPr>
              <a:t>life expectancy </a:t>
            </a:r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(73 years ↘ 66 years) across displacement areas were all lower in 2024 than in 2018. These downward trends are statistically significant.</a:t>
            </a:r>
            <a:endParaRPr lang="en-US">
              <a:solidFill>
                <a:srgbClr val="0032A0"/>
              </a:solidFill>
              <a:ea typeface="+mn-lt"/>
              <a:cs typeface="+mn-lt"/>
            </a:endParaRPr>
          </a:p>
        </p:txBody>
      </p:sp>
      <p:pic>
        <p:nvPicPr>
          <p:cNvPr id="4" name="Picture 3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049345E2-F01A-9F3C-6D10-98ACA2F90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2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C1DF-9696-93D2-07D3-637DD834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64185C1B-87A6-CD6A-D701-5CFC217B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" y="0"/>
            <a:ext cx="1218167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2119C-D8C0-1EF9-5FBB-741591B87D6B}"/>
              </a:ext>
            </a:extLst>
          </p:cNvPr>
          <p:cNvSpPr txBox="1"/>
          <p:nvPr/>
        </p:nvSpPr>
        <p:spPr>
          <a:xfrm>
            <a:off x="1115204" y="1037687"/>
            <a:ext cx="99615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rgbClr val="0032A0"/>
                </a:solidFill>
                <a:latin typeface="Gill Sans Nova" panose="020B0602020104020203" pitchFamily="34" charset="0"/>
                <a:ea typeface="Open Sans"/>
                <a:cs typeface="Open Sans"/>
              </a:rPr>
              <a:t>Land use trends</a:t>
            </a:r>
            <a:endParaRPr lang="en-US">
              <a:latin typeface="Gill Sans Nova" panose="020B0602020104020203" pitchFamily="34" charset="0"/>
            </a:endParaRPr>
          </a:p>
        </p:txBody>
      </p:sp>
      <p:pic>
        <p:nvPicPr>
          <p:cNvPr id="4" name="Picture 3" descr="Blu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A3A98F03-F3FB-2593-D8E9-0BC37ED8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6098141"/>
            <a:ext cx="2339343" cy="616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8640F5-06C3-D202-498E-2712DC778AC5}"/>
              </a:ext>
            </a:extLst>
          </p:cNvPr>
          <p:cNvSpPr txBox="1"/>
          <p:nvPr/>
        </p:nvSpPr>
        <p:spPr>
          <a:xfrm>
            <a:off x="3319911" y="5613373"/>
            <a:ext cx="5033514" cy="646331"/>
          </a:xfrm>
          <a:prstGeom prst="rect">
            <a:avLst/>
          </a:prstGeom>
          <a:noFill/>
          <a:ln w="12700">
            <a:solidFill>
              <a:srgbClr val="0032A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Compared to demographic and socio-economic indicators (see previous slide), </a:t>
            </a:r>
            <a:r>
              <a:rPr lang="en-US" sz="1200" b="1">
                <a:solidFill>
                  <a:srgbClr val="0032A0"/>
                </a:solidFill>
                <a:ea typeface="+mn-lt"/>
                <a:cs typeface="+mn-lt"/>
              </a:rPr>
              <a:t>land use </a:t>
            </a:r>
            <a:r>
              <a:rPr lang="en-US" sz="1200">
                <a:solidFill>
                  <a:srgbClr val="0032A0"/>
                </a:solidFill>
                <a:ea typeface="+mn-lt"/>
                <a:cs typeface="+mn-lt"/>
              </a:rPr>
              <a:t>characteristics of areas impacted by internal displacement overall do not display as clear a directional trend over time.</a:t>
            </a:r>
            <a:endParaRPr lang="en-US">
              <a:solidFill>
                <a:srgbClr val="0032A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124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059aa38-f392-4105-be92-628035578272}" enabled="1" method="Standard" siteId="{1588262d-23fb-43b4-bd6e-bce49c8e618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Global Profiles for Internal Displacements (GPID)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Reyes</dc:creator>
  <cp:revision>1</cp:revision>
  <dcterms:created xsi:type="dcterms:W3CDTF">2025-08-11T10:06:14Z</dcterms:created>
  <dcterms:modified xsi:type="dcterms:W3CDTF">2025-09-10T12:31:40Z</dcterms:modified>
</cp:coreProperties>
</file>